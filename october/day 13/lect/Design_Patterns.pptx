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60" r:id="rId4"/>
    <p:sldId id="274" r:id="rId6"/>
    <p:sldId id="282" r:id="rId7"/>
    <p:sldId id="529" r:id="rId8"/>
    <p:sldId id="530" r:id="rId9"/>
    <p:sldId id="531" r:id="rId10"/>
    <p:sldId id="262" r:id="rId11"/>
    <p:sldId id="532" r:id="rId12"/>
    <p:sldId id="509" r:id="rId13"/>
    <p:sldId id="533" r:id="rId14"/>
    <p:sldId id="534" r:id="rId15"/>
    <p:sldId id="535" r:id="rId16"/>
    <p:sldId id="536" r:id="rId17"/>
    <p:sldId id="537" r:id="rId18"/>
    <p:sldId id="275" r:id="rId19"/>
    <p:sldId id="538" r:id="rId20"/>
    <p:sldId id="539" r:id="rId21"/>
    <p:sldId id="541" r:id="rId22"/>
    <p:sldId id="542" r:id="rId23"/>
    <p:sldId id="554" r:id="rId24"/>
    <p:sldId id="555" r:id="rId25"/>
    <p:sldId id="547" r:id="rId26"/>
    <p:sldId id="546" r:id="rId27"/>
    <p:sldId id="54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63272-CDFC-4E55-A450-BAF4E2A376E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479E1-E211-4985-BB7A-E0204BF2E8B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1BA30AC7-F799-4000-ABAA-8C93C2606285}" type="slidenum">
              <a:rPr kumimoji="0" lang="en-US" sz="1200" b="0" i="0" u="none" strike="noStrike" kern="0" cap="none" spc="0" normalizeH="0" baseline="0" noProof="0" smtClean="0">
                <a:ln>
                  <a:noFill/>
                </a:ln>
                <a:solidFill>
                  <a:sysClr val="windowText" lastClr="000000"/>
                </a:solidFill>
                <a:effectLst/>
                <a:uLnTx/>
                <a:uFillTx/>
              </a:rPr>
            </a:fld>
            <a:endParaRPr kumimoji="0" 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5"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body" idx="1"/>
          </p:nvPr>
        </p:nvSpPr>
        <p:spPr>
          <a:xfrm>
            <a:off x="5756193" y="1796924"/>
            <a:ext cx="5755964" cy="200696"/>
          </a:xfrm>
        </p:spPr>
        <p:txBody>
          <a:bodyPr lIns="0" tIns="0" rIns="0" bIns="0"/>
          <a:lstStyle>
            <a:lvl1pPr>
              <a:defRPr sz="1305"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panose="020B0604020202020204"/>
                <a:cs typeface="Arial" panose="020B0604020202020204"/>
              </a:defRPr>
            </a:lvl1pPr>
          </a:lstStyle>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700" b="1" i="0">
                <a:solidFill>
                  <a:srgbClr val="444444"/>
                </a:solidFill>
                <a:latin typeface="Arial" panose="020B0604020202020204"/>
                <a:cs typeface="Arial" panose="020B0604020202020204"/>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0"/>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panose="020F0502020204030204"/>
                <a:cs typeface="Calibri" panose="020F0502020204030204"/>
              </a:defRPr>
            </a:lvl1pPr>
          </a:lstStyle>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bodyStyle>
    <p:other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5.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jpeg"/><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jpeg"/><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jpeg"/><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jpeg"/><Relationship Id="rId1"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jpeg"/><Relationship Id="rId1"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jpeg"/><Relationship Id="rId1" Type="http://schemas.openxmlformats.org/officeDocument/2006/relationships/image" Target="../media/image8.jpe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30.jpeg"/><Relationship Id="rId4" Type="http://schemas.openxmlformats.org/officeDocument/2006/relationships/image" Target="../media/image29.pn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53196" y="0"/>
            <a:ext cx="7238376" cy="6857519"/>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pic>
        <p:nvPicPr>
          <p:cNvPr id="9" name="object 9"/>
          <p:cNvPicPr/>
          <p:nvPr/>
        </p:nvPicPr>
        <p:blipFill>
          <a:blip r:embed="rId2" cstate="print"/>
          <a:stretch>
            <a:fillRect/>
          </a:stretch>
        </p:blipFill>
        <p:spPr>
          <a:xfrm>
            <a:off x="7677128" y="6167224"/>
            <a:ext cx="253982" cy="253982"/>
          </a:xfrm>
          <a:prstGeom prst="rect">
            <a:avLst/>
          </a:prstGeom>
        </p:spPr>
      </p:pic>
      <p:grpSp>
        <p:nvGrpSpPr>
          <p:cNvPr id="12" name="object 12"/>
          <p:cNvGrpSpPr/>
          <p:nvPr/>
        </p:nvGrpSpPr>
        <p:grpSpPr>
          <a:xfrm rot="11257215">
            <a:off x="5897755" y="5563423"/>
            <a:ext cx="634586" cy="317678"/>
            <a:chOff x="4909132" y="1558300"/>
            <a:chExt cx="1046480" cy="523875"/>
          </a:xfrm>
        </p:grpSpPr>
        <p:sp>
          <p:nvSpPr>
            <p:cNvPr id="13"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ln w="31412">
              <a:solidFill>
                <a:srgbClr val="E52C5D"/>
              </a:solidFill>
            </a:ln>
          </p:spPr>
          <p:txBody>
            <a:bodyPr wrap="square" lIns="0" tIns="0" rIns="0" bIns="0" rtlCol="0"/>
            <a:lstStyle/>
            <a:p>
              <a:pPr defTabSz="554355"/>
              <a:endParaRPr sz="1090" kern="0">
                <a:solidFill>
                  <a:sysClr val="windowText" lastClr="000000"/>
                </a:solidFill>
              </a:endParaRPr>
            </a:p>
          </p:txBody>
        </p:sp>
        <p:sp>
          <p:nvSpPr>
            <p:cNvPr id="14"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solidFill>
              <a:srgbClr val="E52C5D"/>
            </a:solidFill>
          </p:spPr>
          <p:txBody>
            <a:bodyPr wrap="square" lIns="0" tIns="0" rIns="0" bIns="0" rtlCol="0"/>
            <a:lstStyle/>
            <a:p>
              <a:pPr defTabSz="554355"/>
              <a:endParaRPr sz="1090" kern="0">
                <a:solidFill>
                  <a:sysClr val="windowText" lastClr="000000"/>
                </a:solidFill>
              </a:endParaRPr>
            </a:p>
          </p:txBody>
        </p:sp>
      </p:grpSp>
      <p:grpSp>
        <p:nvGrpSpPr>
          <p:cNvPr id="16" name="object 16"/>
          <p:cNvGrpSpPr/>
          <p:nvPr/>
        </p:nvGrpSpPr>
        <p:grpSpPr>
          <a:xfrm>
            <a:off x="7008238" y="5651891"/>
            <a:ext cx="598005" cy="480176"/>
            <a:chOff x="4299574" y="9269727"/>
            <a:chExt cx="986155" cy="791845"/>
          </a:xfrm>
        </p:grpSpPr>
        <p:sp>
          <p:nvSpPr>
            <p:cNvPr id="17" name="object 17"/>
            <p:cNvSpPr/>
            <p:nvPr/>
          </p:nvSpPr>
          <p:spPr>
            <a:xfrm>
              <a:off x="4359693" y="9285434"/>
              <a:ext cx="910590" cy="660400"/>
            </a:xfrm>
            <a:custGeom>
              <a:avLst/>
              <a:gdLst/>
              <a:ahLst/>
              <a:cxnLst/>
              <a:rect l="l" t="t" r="r" b="b"/>
              <a:pathLst>
                <a:path w="910589" h="660400">
                  <a:moveTo>
                    <a:pt x="910277" y="0"/>
                  </a:moveTo>
                  <a:lnTo>
                    <a:pt x="854187" y="9696"/>
                  </a:lnTo>
                  <a:lnTo>
                    <a:pt x="799695" y="20888"/>
                  </a:lnTo>
                  <a:lnTo>
                    <a:pt x="746802" y="33576"/>
                  </a:lnTo>
                  <a:lnTo>
                    <a:pt x="695506" y="47759"/>
                  </a:lnTo>
                  <a:lnTo>
                    <a:pt x="645808" y="63438"/>
                  </a:lnTo>
                  <a:lnTo>
                    <a:pt x="597708" y="80613"/>
                  </a:lnTo>
                  <a:lnTo>
                    <a:pt x="551207" y="99283"/>
                  </a:lnTo>
                  <a:lnTo>
                    <a:pt x="506303" y="119449"/>
                  </a:lnTo>
                  <a:lnTo>
                    <a:pt x="462997" y="141111"/>
                  </a:lnTo>
                  <a:lnTo>
                    <a:pt x="421289" y="164269"/>
                  </a:lnTo>
                  <a:lnTo>
                    <a:pt x="381179" y="188922"/>
                  </a:lnTo>
                  <a:lnTo>
                    <a:pt x="342667" y="215071"/>
                  </a:lnTo>
                  <a:lnTo>
                    <a:pt x="305753" y="242716"/>
                  </a:lnTo>
                  <a:lnTo>
                    <a:pt x="270437" y="271856"/>
                  </a:lnTo>
                  <a:lnTo>
                    <a:pt x="236720" y="302492"/>
                  </a:lnTo>
                  <a:lnTo>
                    <a:pt x="204600" y="334624"/>
                  </a:lnTo>
                  <a:lnTo>
                    <a:pt x="174078" y="368251"/>
                  </a:lnTo>
                  <a:lnTo>
                    <a:pt x="145154" y="403374"/>
                  </a:lnTo>
                  <a:lnTo>
                    <a:pt x="117828" y="439993"/>
                  </a:lnTo>
                  <a:lnTo>
                    <a:pt x="92100" y="478107"/>
                  </a:lnTo>
                  <a:lnTo>
                    <a:pt x="67970" y="517717"/>
                  </a:lnTo>
                  <a:lnTo>
                    <a:pt x="45438" y="558823"/>
                  </a:lnTo>
                  <a:lnTo>
                    <a:pt x="24503" y="601425"/>
                  </a:lnTo>
                  <a:lnTo>
                    <a:pt x="5167" y="645522"/>
                  </a:lnTo>
                  <a:lnTo>
                    <a:pt x="0" y="660387"/>
                  </a:lnTo>
                </a:path>
              </a:pathLst>
            </a:custGeom>
            <a:ln w="31412">
              <a:solidFill>
                <a:srgbClr val="E52C5D"/>
              </a:solidFill>
            </a:ln>
          </p:spPr>
          <p:txBody>
            <a:bodyPr wrap="square" lIns="0" tIns="0" rIns="0" bIns="0" rtlCol="0"/>
            <a:lstStyle/>
            <a:p>
              <a:pPr defTabSz="554355"/>
              <a:endParaRPr sz="1090" kern="0">
                <a:solidFill>
                  <a:sysClr val="windowText" lastClr="000000"/>
                </a:solidFill>
              </a:endParaRPr>
            </a:p>
          </p:txBody>
        </p:sp>
        <p:sp>
          <p:nvSpPr>
            <p:cNvPr id="18" name="object 18"/>
            <p:cNvSpPr/>
            <p:nvPr/>
          </p:nvSpPr>
          <p:spPr>
            <a:xfrm>
              <a:off x="4299574" y="9908293"/>
              <a:ext cx="130810" cy="153670"/>
            </a:xfrm>
            <a:custGeom>
              <a:avLst/>
              <a:gdLst/>
              <a:ahLst/>
              <a:cxnLst/>
              <a:rect l="l" t="t" r="r" b="b"/>
              <a:pathLst>
                <a:path w="130810" h="153670">
                  <a:moveTo>
                    <a:pt x="0" y="0"/>
                  </a:moveTo>
                  <a:lnTo>
                    <a:pt x="19890" y="153244"/>
                  </a:lnTo>
                  <a:lnTo>
                    <a:pt x="130552" y="45386"/>
                  </a:lnTo>
                  <a:lnTo>
                    <a:pt x="0" y="0"/>
                  </a:lnTo>
                  <a:close/>
                </a:path>
              </a:pathLst>
            </a:custGeom>
            <a:solidFill>
              <a:srgbClr val="E52C5D"/>
            </a:solidFill>
          </p:spPr>
          <p:txBody>
            <a:bodyPr wrap="square" lIns="0" tIns="0" rIns="0" bIns="0" rtlCol="0"/>
            <a:lstStyle/>
            <a:p>
              <a:pPr defTabSz="554355"/>
              <a:endParaRPr sz="1090" kern="0">
                <a:solidFill>
                  <a:sysClr val="windowText" lastClr="000000"/>
                </a:solidFill>
              </a:endParaRPr>
            </a:p>
          </p:txBody>
        </p:sp>
      </p:grpSp>
      <p:sp>
        <p:nvSpPr>
          <p:cNvPr id="19" name="TextBox 18"/>
          <p:cNvSpPr txBox="1"/>
          <p:nvPr/>
        </p:nvSpPr>
        <p:spPr>
          <a:xfrm>
            <a:off x="5367485" y="6096904"/>
            <a:ext cx="2753981" cy="390876"/>
          </a:xfrm>
          <a:prstGeom prst="rect">
            <a:avLst/>
          </a:prstGeom>
          <a:noFill/>
        </p:spPr>
        <p:txBody>
          <a:bodyPr wrap="square" rtlCol="0">
            <a:spAutoFit/>
          </a:bodyPr>
          <a:lstStyle/>
          <a:p>
            <a:pPr defTabSz="554355"/>
            <a:r>
              <a:rPr lang="en-US" sz="1940" b="1" kern="0" dirty="0">
                <a:solidFill>
                  <a:srgbClr val="FFFF00"/>
                </a:solidFill>
                <a:latin typeface="Ink Free" panose="03080402000500000000" pitchFamily="66" charset="0"/>
              </a:rPr>
              <a:t>Eng / Ryhab Farouq</a:t>
            </a:r>
            <a:endParaRPr lang="en-US" sz="1940" b="1" kern="0" dirty="0">
              <a:solidFill>
                <a:srgbClr val="FFFF00"/>
              </a:solidFill>
              <a:latin typeface="Ink Free" panose="03080402000500000000" pitchFamily="66" charset="0"/>
            </a:endParaRPr>
          </a:p>
        </p:txBody>
      </p:sp>
      <p:sp>
        <p:nvSpPr>
          <p:cNvPr id="27" name="object 8"/>
          <p:cNvSpPr txBox="1"/>
          <p:nvPr/>
        </p:nvSpPr>
        <p:spPr>
          <a:xfrm>
            <a:off x="387038" y="366760"/>
            <a:ext cx="5708962" cy="853859"/>
          </a:xfrm>
          <a:prstGeom prst="rect">
            <a:avLst/>
          </a:prstGeom>
        </p:spPr>
        <p:txBody>
          <a:bodyPr vert="horz" wrap="square" lIns="0" tIns="9242" rIns="0" bIns="0" rtlCol="0">
            <a:spAutoFit/>
          </a:bodyPr>
          <a:lstStyle>
            <a:lvl1pPr>
              <a:defRPr sz="4950" b="1" i="0">
                <a:solidFill>
                  <a:srgbClr val="FAFBFB"/>
                </a:solidFill>
                <a:latin typeface="Calibri" panose="020F0502020204030204"/>
                <a:ea typeface="+mj-ea"/>
                <a:cs typeface="Calibri" panose="020F0502020204030204"/>
              </a:defRPr>
            </a:lvl1pPr>
          </a:lstStyle>
          <a:p>
            <a:pPr marL="7620" defTabSz="554355">
              <a:spcBef>
                <a:spcPts val="75"/>
              </a:spcBef>
            </a:pPr>
            <a:r>
              <a:rPr lang="en-US" sz="5490" kern="0" spc="-45" dirty="0">
                <a:solidFill>
                  <a:schemeClr val="accent1">
                    <a:lumMod val="50000"/>
                  </a:schemeClr>
                </a:solidFill>
              </a:rPr>
              <a:t>Slides </a:t>
            </a:r>
            <a:r>
              <a:rPr lang="en-US" sz="5490" kern="0" spc="-15" dirty="0">
                <a:solidFill>
                  <a:schemeClr val="accent1">
                    <a:lumMod val="50000"/>
                  </a:schemeClr>
                </a:solidFill>
              </a:rPr>
              <a:t>for…</a:t>
            </a:r>
            <a:endParaRPr lang="en-US" sz="5490" kern="0" dirty="0">
              <a:solidFill>
                <a:schemeClr val="accent1">
                  <a:lumMod val="50000"/>
                </a:schemeClr>
              </a:solidFill>
            </a:endParaRPr>
          </a:p>
        </p:txBody>
      </p:sp>
      <p:pic>
        <p:nvPicPr>
          <p:cNvPr id="36" name="Picture 35"/>
          <p:cNvPicPr>
            <a:picLocks noChangeAspect="1"/>
          </p:cNvPicPr>
          <p:nvPr/>
        </p:nvPicPr>
        <p:blipFill>
          <a:blip r:embed="rId3"/>
          <a:stretch>
            <a:fillRect/>
          </a:stretch>
        </p:blipFill>
        <p:spPr>
          <a:xfrm>
            <a:off x="5897196" y="2066675"/>
            <a:ext cx="5791154" cy="2338118"/>
          </a:xfrm>
          <a:prstGeom prst="rect">
            <a:avLst/>
          </a:prstGeom>
        </p:spPr>
      </p:pic>
      <p:pic>
        <p:nvPicPr>
          <p:cNvPr id="38" name="Picture 3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37" y="5311790"/>
            <a:ext cx="2754975" cy="14463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53196" y="0"/>
            <a:ext cx="7238376" cy="6857519"/>
          </a:xfrm>
          <a:prstGeom prst="rect">
            <a:avLst/>
          </a:prstGeom>
        </p:spPr>
      </p:pic>
      <p:sp>
        <p:nvSpPr>
          <p:cNvPr id="16" name="object 2"/>
          <p:cNvSpPr txBox="1"/>
          <p:nvPr/>
        </p:nvSpPr>
        <p:spPr>
          <a:xfrm>
            <a:off x="7222632" y="3218127"/>
            <a:ext cx="3895474" cy="754651"/>
          </a:xfrm>
          <a:prstGeom prst="rect">
            <a:avLst/>
          </a:prstGeom>
        </p:spPr>
        <p:txBody>
          <a:bodyPr vert="horz" wrap="square" lIns="0" tIns="8086" rIns="0" bIns="0" rtlCol="0">
            <a:spAutoFit/>
          </a:bodyPr>
          <a:lstStyle>
            <a:lvl1pPr>
              <a:defRPr>
                <a:latin typeface="+mj-lt"/>
                <a:ea typeface="+mj-ea"/>
                <a:cs typeface="+mj-cs"/>
              </a:defRPr>
            </a:lvl1pPr>
          </a:lstStyle>
          <a:p>
            <a:pPr marL="497205" defTabSz="554355">
              <a:spcBef>
                <a:spcPts val="65"/>
              </a:spcBef>
            </a:pPr>
            <a:r>
              <a:rPr lang="en-US" sz="4850" kern="0" spc="-3" dirty="0">
                <a:solidFill>
                  <a:srgbClr val="FFFF00"/>
                </a:solidFill>
                <a:latin typeface="Berlin Sans FB" panose="020E0602020502020306" pitchFamily="34" charset="0"/>
              </a:rPr>
              <a:t>Prerequisites</a:t>
            </a:r>
            <a:endParaRPr lang="en-US" sz="4850" kern="0" dirty="0">
              <a:solidFill>
                <a:srgbClr val="FFFF00"/>
              </a:solidFill>
              <a:latin typeface="Berlin Sans FB" panose="020E0602020502020306" pitchFamily="34" charset="0"/>
            </a:endParaRPr>
          </a:p>
        </p:txBody>
      </p:sp>
      <p:pic>
        <p:nvPicPr>
          <p:cNvPr id="17" name="object 3"/>
          <p:cNvPicPr/>
          <p:nvPr/>
        </p:nvPicPr>
        <p:blipFill>
          <a:blip r:embed="rId2" cstate="print"/>
          <a:stretch>
            <a:fillRect/>
          </a:stretch>
        </p:blipFill>
        <p:spPr>
          <a:xfrm>
            <a:off x="7323869" y="3510017"/>
            <a:ext cx="780064" cy="680794"/>
          </a:xfrm>
          <a:prstGeom prst="rect">
            <a:avLst/>
          </a:prstGeom>
        </p:spPr>
      </p:pic>
      <p:pic>
        <p:nvPicPr>
          <p:cNvPr id="18" name="object 4"/>
          <p:cNvPicPr/>
          <p:nvPr/>
        </p:nvPicPr>
        <p:blipFill>
          <a:blip r:embed="rId3" cstate="print"/>
          <a:stretch>
            <a:fillRect/>
          </a:stretch>
        </p:blipFill>
        <p:spPr>
          <a:xfrm>
            <a:off x="10343969" y="2681101"/>
            <a:ext cx="731700" cy="375438"/>
          </a:xfrm>
          <a:prstGeom prst="rect">
            <a:avLst/>
          </a:prstGeom>
        </p:spPr>
      </p:pic>
      <p:sp>
        <p:nvSpPr>
          <p:cNvPr id="19" name="object 5"/>
          <p:cNvSpPr/>
          <p:nvPr/>
        </p:nvSpPr>
        <p:spPr>
          <a:xfrm>
            <a:off x="7520752" y="3179374"/>
            <a:ext cx="1166360" cy="83174"/>
          </a:xfrm>
          <a:custGeom>
            <a:avLst/>
            <a:gdLst/>
            <a:ahLst/>
            <a:cxnLst/>
            <a:rect l="l" t="t" r="r" b="b"/>
            <a:pathLst>
              <a:path w="1923414" h="137160">
                <a:moveTo>
                  <a:pt x="6476" y="78739"/>
                </a:moveTo>
                <a:lnTo>
                  <a:pt x="0" y="87630"/>
                </a:lnTo>
                <a:lnTo>
                  <a:pt x="0" y="101600"/>
                </a:lnTo>
                <a:lnTo>
                  <a:pt x="6476" y="124460"/>
                </a:lnTo>
                <a:lnTo>
                  <a:pt x="12953" y="137160"/>
                </a:lnTo>
                <a:lnTo>
                  <a:pt x="19558" y="133350"/>
                </a:lnTo>
                <a:lnTo>
                  <a:pt x="34493" y="133350"/>
                </a:lnTo>
                <a:lnTo>
                  <a:pt x="39115" y="124460"/>
                </a:lnTo>
                <a:lnTo>
                  <a:pt x="130301" y="124460"/>
                </a:lnTo>
                <a:lnTo>
                  <a:pt x="130301" y="119380"/>
                </a:lnTo>
                <a:lnTo>
                  <a:pt x="136778" y="110489"/>
                </a:lnTo>
                <a:lnTo>
                  <a:pt x="215011" y="110489"/>
                </a:lnTo>
                <a:lnTo>
                  <a:pt x="215011" y="101600"/>
                </a:lnTo>
                <a:lnTo>
                  <a:pt x="221614" y="96520"/>
                </a:lnTo>
                <a:lnTo>
                  <a:pt x="446468" y="96520"/>
                </a:lnTo>
                <a:lnTo>
                  <a:pt x="449707" y="91439"/>
                </a:lnTo>
                <a:lnTo>
                  <a:pt x="26035" y="91439"/>
                </a:lnTo>
                <a:lnTo>
                  <a:pt x="19558" y="82550"/>
                </a:lnTo>
                <a:lnTo>
                  <a:pt x="6476" y="78739"/>
                </a:lnTo>
                <a:close/>
              </a:path>
              <a:path w="1923414" h="137160">
                <a:moveTo>
                  <a:pt x="34493" y="133350"/>
                </a:moveTo>
                <a:lnTo>
                  <a:pt x="19558" y="133350"/>
                </a:lnTo>
                <a:lnTo>
                  <a:pt x="32512" y="137160"/>
                </a:lnTo>
                <a:lnTo>
                  <a:pt x="34493" y="133350"/>
                </a:lnTo>
                <a:close/>
              </a:path>
              <a:path w="1923414" h="137160">
                <a:moveTo>
                  <a:pt x="123825" y="124460"/>
                </a:moveTo>
                <a:lnTo>
                  <a:pt x="84709" y="124460"/>
                </a:lnTo>
                <a:lnTo>
                  <a:pt x="84709" y="128270"/>
                </a:lnTo>
                <a:lnTo>
                  <a:pt x="91186" y="133350"/>
                </a:lnTo>
                <a:lnTo>
                  <a:pt x="97789" y="137160"/>
                </a:lnTo>
                <a:lnTo>
                  <a:pt x="104266" y="128270"/>
                </a:lnTo>
                <a:lnTo>
                  <a:pt x="123825" y="124460"/>
                </a:lnTo>
                <a:close/>
              </a:path>
              <a:path w="1923414" h="137160">
                <a:moveTo>
                  <a:pt x="65150" y="124460"/>
                </a:moveTo>
                <a:lnTo>
                  <a:pt x="39115" y="124460"/>
                </a:lnTo>
                <a:lnTo>
                  <a:pt x="45592" y="128270"/>
                </a:lnTo>
                <a:lnTo>
                  <a:pt x="45592" y="133350"/>
                </a:lnTo>
                <a:lnTo>
                  <a:pt x="52070" y="128270"/>
                </a:lnTo>
                <a:lnTo>
                  <a:pt x="65150" y="124460"/>
                </a:lnTo>
                <a:close/>
              </a:path>
              <a:path w="1923414" h="137160">
                <a:moveTo>
                  <a:pt x="130301" y="124460"/>
                </a:moveTo>
                <a:lnTo>
                  <a:pt x="123825" y="124460"/>
                </a:lnTo>
                <a:lnTo>
                  <a:pt x="117221" y="128270"/>
                </a:lnTo>
                <a:lnTo>
                  <a:pt x="130301" y="133350"/>
                </a:lnTo>
                <a:lnTo>
                  <a:pt x="130301" y="124460"/>
                </a:lnTo>
                <a:close/>
              </a:path>
              <a:path w="1923414" h="137160">
                <a:moveTo>
                  <a:pt x="215011" y="110489"/>
                </a:moveTo>
                <a:lnTo>
                  <a:pt x="136778" y="110489"/>
                </a:lnTo>
                <a:lnTo>
                  <a:pt x="143383" y="133350"/>
                </a:lnTo>
                <a:lnTo>
                  <a:pt x="149860" y="114300"/>
                </a:lnTo>
                <a:lnTo>
                  <a:pt x="212235" y="114300"/>
                </a:lnTo>
                <a:lnTo>
                  <a:pt x="215011" y="110489"/>
                </a:lnTo>
                <a:close/>
              </a:path>
              <a:path w="1923414" h="137160">
                <a:moveTo>
                  <a:pt x="175895" y="119380"/>
                </a:moveTo>
                <a:lnTo>
                  <a:pt x="162940" y="119380"/>
                </a:lnTo>
                <a:lnTo>
                  <a:pt x="169417" y="124460"/>
                </a:lnTo>
                <a:lnTo>
                  <a:pt x="169417" y="133350"/>
                </a:lnTo>
                <a:lnTo>
                  <a:pt x="175895" y="124460"/>
                </a:lnTo>
                <a:lnTo>
                  <a:pt x="175895" y="119380"/>
                </a:lnTo>
                <a:close/>
              </a:path>
              <a:path w="1923414" h="137160">
                <a:moveTo>
                  <a:pt x="212235" y="114300"/>
                </a:moveTo>
                <a:lnTo>
                  <a:pt x="149860" y="114300"/>
                </a:lnTo>
                <a:lnTo>
                  <a:pt x="156337" y="128270"/>
                </a:lnTo>
                <a:lnTo>
                  <a:pt x="156337" y="124460"/>
                </a:lnTo>
                <a:lnTo>
                  <a:pt x="162940" y="119380"/>
                </a:lnTo>
                <a:lnTo>
                  <a:pt x="208534" y="119380"/>
                </a:lnTo>
                <a:lnTo>
                  <a:pt x="212235" y="114300"/>
                </a:lnTo>
                <a:close/>
              </a:path>
              <a:path w="1923414" h="137160">
                <a:moveTo>
                  <a:pt x="195452" y="119380"/>
                </a:moveTo>
                <a:lnTo>
                  <a:pt x="175895" y="119380"/>
                </a:lnTo>
                <a:lnTo>
                  <a:pt x="182499" y="124460"/>
                </a:lnTo>
                <a:lnTo>
                  <a:pt x="182499" y="128270"/>
                </a:lnTo>
                <a:lnTo>
                  <a:pt x="195452" y="119380"/>
                </a:lnTo>
                <a:close/>
              </a:path>
              <a:path w="1923414" h="137160">
                <a:moveTo>
                  <a:pt x="397637" y="101600"/>
                </a:moveTo>
                <a:lnTo>
                  <a:pt x="241173" y="101600"/>
                </a:lnTo>
                <a:lnTo>
                  <a:pt x="241173" y="105410"/>
                </a:lnTo>
                <a:lnTo>
                  <a:pt x="234569" y="110489"/>
                </a:lnTo>
                <a:lnTo>
                  <a:pt x="228091" y="114300"/>
                </a:lnTo>
                <a:lnTo>
                  <a:pt x="228091" y="124460"/>
                </a:lnTo>
                <a:lnTo>
                  <a:pt x="241173" y="124460"/>
                </a:lnTo>
                <a:lnTo>
                  <a:pt x="247650" y="119380"/>
                </a:lnTo>
                <a:lnTo>
                  <a:pt x="254126" y="110489"/>
                </a:lnTo>
                <a:lnTo>
                  <a:pt x="289541" y="110489"/>
                </a:lnTo>
                <a:lnTo>
                  <a:pt x="293242" y="105410"/>
                </a:lnTo>
                <a:lnTo>
                  <a:pt x="397637" y="105410"/>
                </a:lnTo>
                <a:lnTo>
                  <a:pt x="397637" y="101600"/>
                </a:lnTo>
                <a:close/>
              </a:path>
              <a:path w="1923414" h="137160">
                <a:moveTo>
                  <a:pt x="289541" y="110489"/>
                </a:moveTo>
                <a:lnTo>
                  <a:pt x="286765" y="110489"/>
                </a:lnTo>
                <a:lnTo>
                  <a:pt x="286765" y="114300"/>
                </a:lnTo>
                <a:lnTo>
                  <a:pt x="289541" y="110489"/>
                </a:lnTo>
                <a:close/>
              </a:path>
              <a:path w="1923414" h="137160">
                <a:moveTo>
                  <a:pt x="446468" y="96520"/>
                </a:moveTo>
                <a:lnTo>
                  <a:pt x="221614" y="96520"/>
                </a:lnTo>
                <a:lnTo>
                  <a:pt x="221614" y="110489"/>
                </a:lnTo>
                <a:lnTo>
                  <a:pt x="228091" y="101600"/>
                </a:lnTo>
                <a:lnTo>
                  <a:pt x="443229" y="101600"/>
                </a:lnTo>
                <a:lnTo>
                  <a:pt x="446468" y="96520"/>
                </a:lnTo>
                <a:close/>
              </a:path>
              <a:path w="1923414" h="137160">
                <a:moveTo>
                  <a:pt x="384555" y="105410"/>
                </a:moveTo>
                <a:lnTo>
                  <a:pt x="299847" y="105410"/>
                </a:lnTo>
                <a:lnTo>
                  <a:pt x="293242" y="110489"/>
                </a:lnTo>
                <a:lnTo>
                  <a:pt x="364998" y="110489"/>
                </a:lnTo>
                <a:lnTo>
                  <a:pt x="384555" y="105410"/>
                </a:lnTo>
                <a:close/>
              </a:path>
              <a:path w="1923414" h="137160">
                <a:moveTo>
                  <a:pt x="221614" y="69850"/>
                </a:moveTo>
                <a:lnTo>
                  <a:pt x="169417" y="69850"/>
                </a:lnTo>
                <a:lnTo>
                  <a:pt x="123825" y="73660"/>
                </a:lnTo>
                <a:lnTo>
                  <a:pt x="104266" y="78739"/>
                </a:lnTo>
                <a:lnTo>
                  <a:pt x="91186" y="82550"/>
                </a:lnTo>
                <a:lnTo>
                  <a:pt x="527938" y="82550"/>
                </a:lnTo>
                <a:lnTo>
                  <a:pt x="534415" y="91439"/>
                </a:lnTo>
                <a:lnTo>
                  <a:pt x="547497" y="101600"/>
                </a:lnTo>
                <a:lnTo>
                  <a:pt x="560577" y="87630"/>
                </a:lnTo>
                <a:lnTo>
                  <a:pt x="664845" y="87630"/>
                </a:lnTo>
                <a:lnTo>
                  <a:pt x="671449" y="78739"/>
                </a:lnTo>
                <a:lnTo>
                  <a:pt x="753167" y="78739"/>
                </a:lnTo>
                <a:lnTo>
                  <a:pt x="762635" y="73660"/>
                </a:lnTo>
                <a:lnTo>
                  <a:pt x="247650" y="73660"/>
                </a:lnTo>
                <a:lnTo>
                  <a:pt x="221614" y="69850"/>
                </a:lnTo>
                <a:close/>
              </a:path>
              <a:path w="1923414" h="137160">
                <a:moveTo>
                  <a:pt x="514858" y="91439"/>
                </a:moveTo>
                <a:lnTo>
                  <a:pt x="456311" y="91439"/>
                </a:lnTo>
                <a:lnTo>
                  <a:pt x="495300" y="96520"/>
                </a:lnTo>
                <a:lnTo>
                  <a:pt x="514858" y="91439"/>
                </a:lnTo>
                <a:close/>
              </a:path>
              <a:path w="1923414" h="137160">
                <a:moveTo>
                  <a:pt x="567054" y="87630"/>
                </a:moveTo>
                <a:lnTo>
                  <a:pt x="560577" y="87630"/>
                </a:lnTo>
                <a:lnTo>
                  <a:pt x="560577" y="96520"/>
                </a:lnTo>
                <a:lnTo>
                  <a:pt x="567054" y="87630"/>
                </a:lnTo>
                <a:close/>
              </a:path>
              <a:path w="1923414" h="137160">
                <a:moveTo>
                  <a:pt x="573532" y="87630"/>
                </a:moveTo>
                <a:lnTo>
                  <a:pt x="567054" y="87630"/>
                </a:lnTo>
                <a:lnTo>
                  <a:pt x="573532" y="96520"/>
                </a:lnTo>
                <a:lnTo>
                  <a:pt x="573532" y="87630"/>
                </a:lnTo>
                <a:close/>
              </a:path>
              <a:path w="1923414" h="137160">
                <a:moveTo>
                  <a:pt x="664845" y="87630"/>
                </a:moveTo>
                <a:lnTo>
                  <a:pt x="606171" y="87630"/>
                </a:lnTo>
                <a:lnTo>
                  <a:pt x="606171" y="96520"/>
                </a:lnTo>
                <a:lnTo>
                  <a:pt x="612775" y="91439"/>
                </a:lnTo>
                <a:lnTo>
                  <a:pt x="671449" y="91439"/>
                </a:lnTo>
                <a:lnTo>
                  <a:pt x="664845" y="87630"/>
                </a:lnTo>
                <a:close/>
              </a:path>
              <a:path w="1923414" h="137160">
                <a:moveTo>
                  <a:pt x="753167" y="78739"/>
                </a:moveTo>
                <a:lnTo>
                  <a:pt x="671449" y="78739"/>
                </a:lnTo>
                <a:lnTo>
                  <a:pt x="677926" y="82550"/>
                </a:lnTo>
                <a:lnTo>
                  <a:pt x="677926" y="87630"/>
                </a:lnTo>
                <a:lnTo>
                  <a:pt x="684402" y="91439"/>
                </a:lnTo>
                <a:lnTo>
                  <a:pt x="697484" y="96520"/>
                </a:lnTo>
                <a:lnTo>
                  <a:pt x="736600" y="87630"/>
                </a:lnTo>
                <a:lnTo>
                  <a:pt x="753167" y="78739"/>
                </a:lnTo>
                <a:close/>
              </a:path>
              <a:path w="1923414" h="137160">
                <a:moveTo>
                  <a:pt x="91186" y="78739"/>
                </a:moveTo>
                <a:lnTo>
                  <a:pt x="52070" y="87630"/>
                </a:lnTo>
                <a:lnTo>
                  <a:pt x="39115" y="87630"/>
                </a:lnTo>
                <a:lnTo>
                  <a:pt x="26035" y="91439"/>
                </a:lnTo>
                <a:lnTo>
                  <a:pt x="521462" y="91439"/>
                </a:lnTo>
                <a:lnTo>
                  <a:pt x="527938" y="82550"/>
                </a:lnTo>
                <a:lnTo>
                  <a:pt x="91186" y="82550"/>
                </a:lnTo>
                <a:lnTo>
                  <a:pt x="91186" y="78739"/>
                </a:lnTo>
                <a:close/>
              </a:path>
              <a:path w="1923414" h="137160">
                <a:moveTo>
                  <a:pt x="606171" y="87630"/>
                </a:moveTo>
                <a:lnTo>
                  <a:pt x="586613" y="87630"/>
                </a:lnTo>
                <a:lnTo>
                  <a:pt x="593089" y="91439"/>
                </a:lnTo>
                <a:lnTo>
                  <a:pt x="606171" y="87630"/>
                </a:lnTo>
                <a:close/>
              </a:path>
              <a:path w="1923414" h="137160">
                <a:moveTo>
                  <a:pt x="1062609" y="73660"/>
                </a:moveTo>
                <a:lnTo>
                  <a:pt x="912622" y="73660"/>
                </a:lnTo>
                <a:lnTo>
                  <a:pt x="971296" y="82550"/>
                </a:lnTo>
                <a:lnTo>
                  <a:pt x="997330" y="87630"/>
                </a:lnTo>
                <a:lnTo>
                  <a:pt x="1023492" y="87630"/>
                </a:lnTo>
                <a:lnTo>
                  <a:pt x="1043051" y="82550"/>
                </a:lnTo>
                <a:lnTo>
                  <a:pt x="1062609" y="73660"/>
                </a:lnTo>
                <a:close/>
              </a:path>
              <a:path w="1923414" h="137160">
                <a:moveTo>
                  <a:pt x="260730" y="59689"/>
                </a:moveTo>
                <a:lnTo>
                  <a:pt x="254126" y="64770"/>
                </a:lnTo>
                <a:lnTo>
                  <a:pt x="247650" y="73660"/>
                </a:lnTo>
                <a:lnTo>
                  <a:pt x="762635" y="73660"/>
                </a:lnTo>
                <a:lnTo>
                  <a:pt x="769238" y="82550"/>
                </a:lnTo>
                <a:lnTo>
                  <a:pt x="782192" y="82550"/>
                </a:lnTo>
                <a:lnTo>
                  <a:pt x="795274" y="78739"/>
                </a:lnTo>
                <a:lnTo>
                  <a:pt x="801751" y="69850"/>
                </a:lnTo>
                <a:lnTo>
                  <a:pt x="260730" y="69850"/>
                </a:lnTo>
                <a:lnTo>
                  <a:pt x="260730" y="59689"/>
                </a:lnTo>
                <a:close/>
              </a:path>
              <a:path w="1923414" h="137160">
                <a:moveTo>
                  <a:pt x="1069086" y="69850"/>
                </a:moveTo>
                <a:lnTo>
                  <a:pt x="801751" y="69850"/>
                </a:lnTo>
                <a:lnTo>
                  <a:pt x="827913" y="78739"/>
                </a:lnTo>
                <a:lnTo>
                  <a:pt x="860425" y="82550"/>
                </a:lnTo>
                <a:lnTo>
                  <a:pt x="873505" y="73660"/>
                </a:lnTo>
                <a:lnTo>
                  <a:pt x="1062609" y="73660"/>
                </a:lnTo>
                <a:lnTo>
                  <a:pt x="1069086" y="69850"/>
                </a:lnTo>
                <a:close/>
              </a:path>
              <a:path w="1923414" h="137160">
                <a:moveTo>
                  <a:pt x="893063" y="73660"/>
                </a:moveTo>
                <a:lnTo>
                  <a:pt x="873505" y="73660"/>
                </a:lnTo>
                <a:lnTo>
                  <a:pt x="873505" y="82550"/>
                </a:lnTo>
                <a:lnTo>
                  <a:pt x="893063" y="73660"/>
                </a:lnTo>
                <a:close/>
              </a:path>
              <a:path w="1923414" h="137160">
                <a:moveTo>
                  <a:pt x="319404" y="55880"/>
                </a:moveTo>
                <a:lnTo>
                  <a:pt x="312800" y="69850"/>
                </a:lnTo>
                <a:lnTo>
                  <a:pt x="1069086" y="69850"/>
                </a:lnTo>
                <a:lnTo>
                  <a:pt x="1069086" y="82550"/>
                </a:lnTo>
                <a:lnTo>
                  <a:pt x="1134364" y="73660"/>
                </a:lnTo>
                <a:lnTo>
                  <a:pt x="1271270" y="73660"/>
                </a:lnTo>
                <a:lnTo>
                  <a:pt x="1316863" y="64770"/>
                </a:lnTo>
                <a:lnTo>
                  <a:pt x="1382014" y="64770"/>
                </a:lnTo>
                <a:lnTo>
                  <a:pt x="1383900" y="59689"/>
                </a:lnTo>
                <a:lnTo>
                  <a:pt x="319404" y="59689"/>
                </a:lnTo>
                <a:lnTo>
                  <a:pt x="319404" y="55880"/>
                </a:lnTo>
                <a:close/>
              </a:path>
              <a:path w="1923414" h="137160">
                <a:moveTo>
                  <a:pt x="1147317" y="73660"/>
                </a:moveTo>
                <a:lnTo>
                  <a:pt x="1134364" y="73660"/>
                </a:lnTo>
                <a:lnTo>
                  <a:pt x="1134364" y="78739"/>
                </a:lnTo>
                <a:lnTo>
                  <a:pt x="1140840" y="78739"/>
                </a:lnTo>
                <a:lnTo>
                  <a:pt x="1147317" y="73660"/>
                </a:lnTo>
                <a:close/>
              </a:path>
              <a:path w="1923414" h="137160">
                <a:moveTo>
                  <a:pt x="1271270" y="73660"/>
                </a:moveTo>
                <a:lnTo>
                  <a:pt x="1219073" y="73660"/>
                </a:lnTo>
                <a:lnTo>
                  <a:pt x="1225550" y="78739"/>
                </a:lnTo>
                <a:lnTo>
                  <a:pt x="1232153" y="78739"/>
                </a:lnTo>
                <a:lnTo>
                  <a:pt x="1271270" y="73660"/>
                </a:lnTo>
                <a:close/>
              </a:path>
              <a:path w="1923414" h="137160">
                <a:moveTo>
                  <a:pt x="1323339" y="64770"/>
                </a:moveTo>
                <a:lnTo>
                  <a:pt x="1316863" y="64770"/>
                </a:lnTo>
                <a:lnTo>
                  <a:pt x="1297304" y="78739"/>
                </a:lnTo>
                <a:lnTo>
                  <a:pt x="1323339" y="64770"/>
                </a:lnTo>
                <a:close/>
              </a:path>
              <a:path w="1923414" h="137160">
                <a:moveTo>
                  <a:pt x="1382014" y="64770"/>
                </a:moveTo>
                <a:lnTo>
                  <a:pt x="1336421" y="64770"/>
                </a:lnTo>
                <a:lnTo>
                  <a:pt x="1336421" y="73660"/>
                </a:lnTo>
                <a:lnTo>
                  <a:pt x="1349502" y="69850"/>
                </a:lnTo>
                <a:lnTo>
                  <a:pt x="1375537" y="69850"/>
                </a:lnTo>
                <a:lnTo>
                  <a:pt x="1382014" y="64770"/>
                </a:lnTo>
                <a:close/>
              </a:path>
              <a:path w="1923414" h="137160">
                <a:moveTo>
                  <a:pt x="286765" y="50800"/>
                </a:moveTo>
                <a:lnTo>
                  <a:pt x="273685" y="50800"/>
                </a:lnTo>
                <a:lnTo>
                  <a:pt x="260730" y="69850"/>
                </a:lnTo>
                <a:lnTo>
                  <a:pt x="312800" y="69850"/>
                </a:lnTo>
                <a:lnTo>
                  <a:pt x="299847" y="59689"/>
                </a:lnTo>
                <a:lnTo>
                  <a:pt x="286765" y="50800"/>
                </a:lnTo>
                <a:close/>
              </a:path>
              <a:path w="1923414" h="137160">
                <a:moveTo>
                  <a:pt x="1486280" y="46989"/>
                </a:moveTo>
                <a:lnTo>
                  <a:pt x="1388617" y="46989"/>
                </a:lnTo>
                <a:lnTo>
                  <a:pt x="1388617" y="55880"/>
                </a:lnTo>
                <a:lnTo>
                  <a:pt x="1395095" y="59689"/>
                </a:lnTo>
                <a:lnTo>
                  <a:pt x="1395095" y="69850"/>
                </a:lnTo>
                <a:lnTo>
                  <a:pt x="1401572" y="64770"/>
                </a:lnTo>
                <a:lnTo>
                  <a:pt x="1417954" y="64770"/>
                </a:lnTo>
                <a:lnTo>
                  <a:pt x="1427734" y="59689"/>
                </a:lnTo>
                <a:lnTo>
                  <a:pt x="1447164" y="55880"/>
                </a:lnTo>
                <a:lnTo>
                  <a:pt x="1490054" y="55880"/>
                </a:lnTo>
                <a:lnTo>
                  <a:pt x="1486280" y="50800"/>
                </a:lnTo>
                <a:lnTo>
                  <a:pt x="1486280" y="46989"/>
                </a:lnTo>
                <a:close/>
              </a:path>
              <a:path w="1923414" h="137160">
                <a:moveTo>
                  <a:pt x="1417954" y="64770"/>
                </a:moveTo>
                <a:lnTo>
                  <a:pt x="1408176" y="64770"/>
                </a:lnTo>
                <a:lnTo>
                  <a:pt x="1408176" y="69850"/>
                </a:lnTo>
                <a:lnTo>
                  <a:pt x="1417954" y="64770"/>
                </a:lnTo>
                <a:close/>
              </a:path>
              <a:path w="1923414" h="137160">
                <a:moveTo>
                  <a:pt x="1490054" y="55880"/>
                </a:moveTo>
                <a:lnTo>
                  <a:pt x="1453769" y="55880"/>
                </a:lnTo>
                <a:lnTo>
                  <a:pt x="1460246" y="69850"/>
                </a:lnTo>
                <a:lnTo>
                  <a:pt x="1492885" y="59689"/>
                </a:lnTo>
                <a:lnTo>
                  <a:pt x="1490054" y="55880"/>
                </a:lnTo>
                <a:close/>
              </a:path>
              <a:path w="1923414" h="137160">
                <a:moveTo>
                  <a:pt x="1851405" y="50800"/>
                </a:moveTo>
                <a:lnTo>
                  <a:pt x="1805813" y="50800"/>
                </a:lnTo>
                <a:lnTo>
                  <a:pt x="1799209" y="59689"/>
                </a:lnTo>
                <a:lnTo>
                  <a:pt x="1805813" y="64770"/>
                </a:lnTo>
                <a:lnTo>
                  <a:pt x="1818766" y="69850"/>
                </a:lnTo>
                <a:lnTo>
                  <a:pt x="1825244" y="69850"/>
                </a:lnTo>
                <a:lnTo>
                  <a:pt x="1857883" y="59689"/>
                </a:lnTo>
                <a:lnTo>
                  <a:pt x="1865693" y="55880"/>
                </a:lnTo>
                <a:lnTo>
                  <a:pt x="1851405" y="55880"/>
                </a:lnTo>
                <a:lnTo>
                  <a:pt x="1851405" y="50800"/>
                </a:lnTo>
                <a:close/>
              </a:path>
              <a:path w="1923414" h="137160">
                <a:moveTo>
                  <a:pt x="1910079" y="50800"/>
                </a:moveTo>
                <a:lnTo>
                  <a:pt x="1896999" y="59689"/>
                </a:lnTo>
                <a:lnTo>
                  <a:pt x="1896999" y="69850"/>
                </a:lnTo>
                <a:lnTo>
                  <a:pt x="1923034" y="69850"/>
                </a:lnTo>
                <a:lnTo>
                  <a:pt x="1923034" y="64770"/>
                </a:lnTo>
                <a:lnTo>
                  <a:pt x="1916557" y="64770"/>
                </a:lnTo>
                <a:lnTo>
                  <a:pt x="1916557" y="55880"/>
                </a:lnTo>
                <a:lnTo>
                  <a:pt x="1910079" y="50800"/>
                </a:lnTo>
                <a:close/>
              </a:path>
              <a:path w="1923414" h="137160">
                <a:moveTo>
                  <a:pt x="1610233" y="50800"/>
                </a:moveTo>
                <a:lnTo>
                  <a:pt x="1558036" y="50800"/>
                </a:lnTo>
                <a:lnTo>
                  <a:pt x="1564513" y="64770"/>
                </a:lnTo>
                <a:lnTo>
                  <a:pt x="1590675" y="59689"/>
                </a:lnTo>
                <a:lnTo>
                  <a:pt x="1603628" y="55880"/>
                </a:lnTo>
                <a:lnTo>
                  <a:pt x="1610233" y="50800"/>
                </a:lnTo>
                <a:close/>
              </a:path>
              <a:path w="1923414" h="137160">
                <a:moveTo>
                  <a:pt x="1733018" y="55880"/>
                </a:moveTo>
                <a:lnTo>
                  <a:pt x="1675384" y="55880"/>
                </a:lnTo>
                <a:lnTo>
                  <a:pt x="1720977" y="64770"/>
                </a:lnTo>
                <a:lnTo>
                  <a:pt x="1733018" y="55880"/>
                </a:lnTo>
                <a:close/>
              </a:path>
              <a:path w="1923414" h="137160">
                <a:moveTo>
                  <a:pt x="1805813" y="50800"/>
                </a:moveTo>
                <a:lnTo>
                  <a:pt x="1773174" y="50800"/>
                </a:lnTo>
                <a:lnTo>
                  <a:pt x="1766697" y="55880"/>
                </a:lnTo>
                <a:lnTo>
                  <a:pt x="1773174" y="59689"/>
                </a:lnTo>
                <a:lnTo>
                  <a:pt x="1786254" y="64770"/>
                </a:lnTo>
                <a:lnTo>
                  <a:pt x="1792732" y="55880"/>
                </a:lnTo>
                <a:lnTo>
                  <a:pt x="1805813" y="50800"/>
                </a:lnTo>
                <a:close/>
              </a:path>
              <a:path w="1923414" h="137160">
                <a:moveTo>
                  <a:pt x="1923034" y="59689"/>
                </a:moveTo>
                <a:lnTo>
                  <a:pt x="1916557" y="64770"/>
                </a:lnTo>
                <a:lnTo>
                  <a:pt x="1923034" y="64770"/>
                </a:lnTo>
                <a:lnTo>
                  <a:pt x="1923034" y="59689"/>
                </a:lnTo>
                <a:close/>
              </a:path>
              <a:path w="1923414" h="137160">
                <a:moveTo>
                  <a:pt x="351916" y="36830"/>
                </a:moveTo>
                <a:lnTo>
                  <a:pt x="345439" y="46989"/>
                </a:lnTo>
                <a:lnTo>
                  <a:pt x="312800" y="46989"/>
                </a:lnTo>
                <a:lnTo>
                  <a:pt x="312800" y="55880"/>
                </a:lnTo>
                <a:lnTo>
                  <a:pt x="325882" y="55880"/>
                </a:lnTo>
                <a:lnTo>
                  <a:pt x="319404" y="59689"/>
                </a:lnTo>
                <a:lnTo>
                  <a:pt x="358521" y="59689"/>
                </a:lnTo>
                <a:lnTo>
                  <a:pt x="351916" y="55880"/>
                </a:lnTo>
                <a:lnTo>
                  <a:pt x="338963" y="50800"/>
                </a:lnTo>
                <a:lnTo>
                  <a:pt x="358521" y="50800"/>
                </a:lnTo>
                <a:lnTo>
                  <a:pt x="351916" y="46989"/>
                </a:lnTo>
                <a:lnTo>
                  <a:pt x="351916" y="36830"/>
                </a:lnTo>
                <a:close/>
              </a:path>
              <a:path w="1923414" h="137160">
                <a:moveTo>
                  <a:pt x="371475" y="50800"/>
                </a:moveTo>
                <a:lnTo>
                  <a:pt x="371475" y="55880"/>
                </a:lnTo>
                <a:lnTo>
                  <a:pt x="358521" y="59689"/>
                </a:lnTo>
                <a:lnTo>
                  <a:pt x="378078" y="59689"/>
                </a:lnTo>
                <a:lnTo>
                  <a:pt x="371475" y="50800"/>
                </a:lnTo>
                <a:close/>
              </a:path>
              <a:path w="1923414" h="137160">
                <a:moveTo>
                  <a:pt x="404113" y="50800"/>
                </a:moveTo>
                <a:lnTo>
                  <a:pt x="397637" y="50800"/>
                </a:lnTo>
                <a:lnTo>
                  <a:pt x="384555" y="59689"/>
                </a:lnTo>
                <a:lnTo>
                  <a:pt x="1383900" y="59689"/>
                </a:lnTo>
                <a:lnTo>
                  <a:pt x="1385315" y="55880"/>
                </a:lnTo>
                <a:lnTo>
                  <a:pt x="404113" y="55880"/>
                </a:lnTo>
                <a:lnTo>
                  <a:pt x="404113" y="50800"/>
                </a:lnTo>
                <a:close/>
              </a:path>
              <a:path w="1923414" h="137160">
                <a:moveTo>
                  <a:pt x="1532001" y="50800"/>
                </a:moveTo>
                <a:lnTo>
                  <a:pt x="1518920" y="50800"/>
                </a:lnTo>
                <a:lnTo>
                  <a:pt x="1512442" y="59689"/>
                </a:lnTo>
                <a:lnTo>
                  <a:pt x="1532001" y="50800"/>
                </a:lnTo>
                <a:close/>
              </a:path>
              <a:path w="1923414" h="137160">
                <a:moveTo>
                  <a:pt x="1538477" y="50800"/>
                </a:moveTo>
                <a:lnTo>
                  <a:pt x="1532001" y="50800"/>
                </a:lnTo>
                <a:lnTo>
                  <a:pt x="1538477" y="59689"/>
                </a:lnTo>
                <a:lnTo>
                  <a:pt x="1538477" y="50800"/>
                </a:lnTo>
                <a:close/>
              </a:path>
              <a:path w="1923414" h="137160">
                <a:moveTo>
                  <a:pt x="1739900" y="50800"/>
                </a:moveTo>
                <a:lnTo>
                  <a:pt x="1610233" y="50800"/>
                </a:lnTo>
                <a:lnTo>
                  <a:pt x="1616710" y="55880"/>
                </a:lnTo>
                <a:lnTo>
                  <a:pt x="1616710" y="59689"/>
                </a:lnTo>
                <a:lnTo>
                  <a:pt x="1636267" y="59689"/>
                </a:lnTo>
                <a:lnTo>
                  <a:pt x="1649349" y="55880"/>
                </a:lnTo>
                <a:lnTo>
                  <a:pt x="1733018" y="55880"/>
                </a:lnTo>
                <a:lnTo>
                  <a:pt x="1739900" y="50800"/>
                </a:lnTo>
                <a:close/>
              </a:path>
              <a:path w="1923414" h="137160">
                <a:moveTo>
                  <a:pt x="1675384" y="55880"/>
                </a:moveTo>
                <a:lnTo>
                  <a:pt x="1649349" y="55880"/>
                </a:lnTo>
                <a:lnTo>
                  <a:pt x="1662302" y="59689"/>
                </a:lnTo>
                <a:lnTo>
                  <a:pt x="1675384" y="59689"/>
                </a:lnTo>
                <a:lnTo>
                  <a:pt x="1675384" y="55880"/>
                </a:lnTo>
                <a:close/>
              </a:path>
              <a:path w="1923414" h="137160">
                <a:moveTo>
                  <a:pt x="1734058" y="22860"/>
                </a:moveTo>
                <a:lnTo>
                  <a:pt x="1720977" y="27939"/>
                </a:lnTo>
                <a:lnTo>
                  <a:pt x="1708023" y="27939"/>
                </a:lnTo>
                <a:lnTo>
                  <a:pt x="1708023" y="36830"/>
                </a:lnTo>
                <a:lnTo>
                  <a:pt x="1701419" y="50800"/>
                </a:lnTo>
                <a:lnTo>
                  <a:pt x="1739900" y="50800"/>
                </a:lnTo>
                <a:lnTo>
                  <a:pt x="1734058" y="55880"/>
                </a:lnTo>
                <a:lnTo>
                  <a:pt x="1740535" y="59689"/>
                </a:lnTo>
                <a:lnTo>
                  <a:pt x="1740535" y="55880"/>
                </a:lnTo>
                <a:lnTo>
                  <a:pt x="1747139" y="50800"/>
                </a:lnTo>
                <a:lnTo>
                  <a:pt x="1753615" y="46989"/>
                </a:lnTo>
                <a:lnTo>
                  <a:pt x="1818766" y="46989"/>
                </a:lnTo>
                <a:lnTo>
                  <a:pt x="1814056" y="36830"/>
                </a:lnTo>
                <a:lnTo>
                  <a:pt x="1734058" y="36830"/>
                </a:lnTo>
                <a:lnTo>
                  <a:pt x="1735824" y="33020"/>
                </a:lnTo>
                <a:lnTo>
                  <a:pt x="1727580" y="33020"/>
                </a:lnTo>
                <a:lnTo>
                  <a:pt x="1734058" y="22860"/>
                </a:lnTo>
                <a:close/>
              </a:path>
              <a:path w="1923414" h="137160">
                <a:moveTo>
                  <a:pt x="1896999" y="46989"/>
                </a:moveTo>
                <a:lnTo>
                  <a:pt x="1891411" y="54610"/>
                </a:lnTo>
                <a:lnTo>
                  <a:pt x="1896999" y="59689"/>
                </a:lnTo>
                <a:lnTo>
                  <a:pt x="1896999" y="46989"/>
                </a:lnTo>
                <a:close/>
              </a:path>
              <a:path w="1923414" h="137160">
                <a:moveTo>
                  <a:pt x="482346" y="33020"/>
                </a:moveTo>
                <a:lnTo>
                  <a:pt x="469264" y="33020"/>
                </a:lnTo>
                <a:lnTo>
                  <a:pt x="456311" y="36830"/>
                </a:lnTo>
                <a:lnTo>
                  <a:pt x="443229" y="36830"/>
                </a:lnTo>
                <a:lnTo>
                  <a:pt x="417195" y="46989"/>
                </a:lnTo>
                <a:lnTo>
                  <a:pt x="417195" y="50800"/>
                </a:lnTo>
                <a:lnTo>
                  <a:pt x="404113" y="55880"/>
                </a:lnTo>
                <a:lnTo>
                  <a:pt x="1385315" y="55880"/>
                </a:lnTo>
                <a:lnTo>
                  <a:pt x="1388617" y="46989"/>
                </a:lnTo>
                <a:lnTo>
                  <a:pt x="495300" y="46989"/>
                </a:lnTo>
                <a:lnTo>
                  <a:pt x="485878" y="36830"/>
                </a:lnTo>
                <a:lnTo>
                  <a:pt x="456311" y="36830"/>
                </a:lnTo>
                <a:lnTo>
                  <a:pt x="449707" y="33020"/>
                </a:lnTo>
                <a:lnTo>
                  <a:pt x="482346" y="33020"/>
                </a:lnTo>
                <a:close/>
              </a:path>
              <a:path w="1923414" h="137160">
                <a:moveTo>
                  <a:pt x="1851405" y="33020"/>
                </a:moveTo>
                <a:lnTo>
                  <a:pt x="1838325" y="46989"/>
                </a:lnTo>
                <a:lnTo>
                  <a:pt x="1760092" y="46989"/>
                </a:lnTo>
                <a:lnTo>
                  <a:pt x="1760092" y="55880"/>
                </a:lnTo>
                <a:lnTo>
                  <a:pt x="1766697" y="50800"/>
                </a:lnTo>
                <a:lnTo>
                  <a:pt x="1851405" y="50800"/>
                </a:lnTo>
                <a:lnTo>
                  <a:pt x="1851405" y="33020"/>
                </a:lnTo>
                <a:close/>
              </a:path>
              <a:path w="1923414" h="137160">
                <a:moveTo>
                  <a:pt x="1864360" y="36830"/>
                </a:moveTo>
                <a:lnTo>
                  <a:pt x="1851405" y="55880"/>
                </a:lnTo>
                <a:lnTo>
                  <a:pt x="1865693" y="55880"/>
                </a:lnTo>
                <a:lnTo>
                  <a:pt x="1883917" y="46989"/>
                </a:lnTo>
                <a:lnTo>
                  <a:pt x="1877440" y="46989"/>
                </a:lnTo>
                <a:lnTo>
                  <a:pt x="1883917" y="41910"/>
                </a:lnTo>
                <a:lnTo>
                  <a:pt x="1864360" y="36830"/>
                </a:lnTo>
                <a:close/>
              </a:path>
              <a:path w="1923414" h="137160">
                <a:moveTo>
                  <a:pt x="1890522" y="53339"/>
                </a:moveTo>
                <a:lnTo>
                  <a:pt x="1890522" y="55880"/>
                </a:lnTo>
                <a:lnTo>
                  <a:pt x="1891411" y="54610"/>
                </a:lnTo>
                <a:lnTo>
                  <a:pt x="1890522" y="53339"/>
                </a:lnTo>
                <a:close/>
              </a:path>
              <a:path w="1923414" h="137160">
                <a:moveTo>
                  <a:pt x="1890522" y="46989"/>
                </a:moveTo>
                <a:lnTo>
                  <a:pt x="1883917" y="46989"/>
                </a:lnTo>
                <a:lnTo>
                  <a:pt x="1890522" y="53339"/>
                </a:lnTo>
                <a:lnTo>
                  <a:pt x="1890522" y="46989"/>
                </a:lnTo>
                <a:close/>
              </a:path>
              <a:path w="1923414" h="137160">
                <a:moveTo>
                  <a:pt x="508380" y="22860"/>
                </a:moveTo>
                <a:lnTo>
                  <a:pt x="495300" y="46989"/>
                </a:lnTo>
                <a:lnTo>
                  <a:pt x="1499362" y="46989"/>
                </a:lnTo>
                <a:lnTo>
                  <a:pt x="1492885" y="50800"/>
                </a:lnTo>
                <a:lnTo>
                  <a:pt x="1701419" y="50800"/>
                </a:lnTo>
                <a:lnTo>
                  <a:pt x="1701419" y="41910"/>
                </a:lnTo>
                <a:lnTo>
                  <a:pt x="1705192" y="36830"/>
                </a:lnTo>
                <a:lnTo>
                  <a:pt x="541020" y="36830"/>
                </a:lnTo>
                <a:lnTo>
                  <a:pt x="521462" y="27939"/>
                </a:lnTo>
                <a:lnTo>
                  <a:pt x="508380" y="22860"/>
                </a:lnTo>
                <a:close/>
              </a:path>
              <a:path w="1923414" h="137160">
                <a:moveTo>
                  <a:pt x="1825244" y="36830"/>
                </a:moveTo>
                <a:lnTo>
                  <a:pt x="1818766" y="46989"/>
                </a:lnTo>
                <a:lnTo>
                  <a:pt x="1838325" y="46989"/>
                </a:lnTo>
                <a:lnTo>
                  <a:pt x="1831848" y="41910"/>
                </a:lnTo>
                <a:lnTo>
                  <a:pt x="1825244" y="36830"/>
                </a:lnTo>
                <a:close/>
              </a:path>
              <a:path w="1923414" h="137160">
                <a:moveTo>
                  <a:pt x="567054" y="27939"/>
                </a:moveTo>
                <a:lnTo>
                  <a:pt x="547497" y="33020"/>
                </a:lnTo>
                <a:lnTo>
                  <a:pt x="541020" y="36830"/>
                </a:lnTo>
                <a:lnTo>
                  <a:pt x="599694" y="36830"/>
                </a:lnTo>
                <a:lnTo>
                  <a:pt x="586613" y="33020"/>
                </a:lnTo>
                <a:lnTo>
                  <a:pt x="567054" y="27939"/>
                </a:lnTo>
                <a:close/>
              </a:path>
              <a:path w="1923414" h="137160">
                <a:moveTo>
                  <a:pt x="599694" y="22860"/>
                </a:moveTo>
                <a:lnTo>
                  <a:pt x="599694" y="36830"/>
                </a:lnTo>
                <a:lnTo>
                  <a:pt x="990853" y="36830"/>
                </a:lnTo>
                <a:lnTo>
                  <a:pt x="990853" y="33020"/>
                </a:lnTo>
                <a:lnTo>
                  <a:pt x="619251" y="33020"/>
                </a:lnTo>
                <a:lnTo>
                  <a:pt x="612775" y="27939"/>
                </a:lnTo>
                <a:lnTo>
                  <a:pt x="599694" y="22860"/>
                </a:lnTo>
                <a:close/>
              </a:path>
              <a:path w="1923414" h="137160">
                <a:moveTo>
                  <a:pt x="1010412" y="27939"/>
                </a:moveTo>
                <a:lnTo>
                  <a:pt x="1003935" y="33020"/>
                </a:lnTo>
                <a:lnTo>
                  <a:pt x="990853" y="36830"/>
                </a:lnTo>
                <a:lnTo>
                  <a:pt x="1003935" y="36830"/>
                </a:lnTo>
                <a:lnTo>
                  <a:pt x="1010412" y="27939"/>
                </a:lnTo>
                <a:close/>
              </a:path>
              <a:path w="1923414" h="137160">
                <a:moveTo>
                  <a:pt x="1023492" y="22860"/>
                </a:moveTo>
                <a:lnTo>
                  <a:pt x="1003935" y="36830"/>
                </a:lnTo>
                <a:lnTo>
                  <a:pt x="1036447" y="36830"/>
                </a:lnTo>
                <a:lnTo>
                  <a:pt x="1029970" y="33020"/>
                </a:lnTo>
                <a:lnTo>
                  <a:pt x="1023492" y="22860"/>
                </a:lnTo>
                <a:close/>
              </a:path>
              <a:path w="1923414" h="137160">
                <a:moveTo>
                  <a:pt x="1069086" y="19050"/>
                </a:moveTo>
                <a:lnTo>
                  <a:pt x="1062609" y="19050"/>
                </a:lnTo>
                <a:lnTo>
                  <a:pt x="1049527" y="22860"/>
                </a:lnTo>
                <a:lnTo>
                  <a:pt x="1036447" y="36830"/>
                </a:lnTo>
                <a:lnTo>
                  <a:pt x="1075689" y="36830"/>
                </a:lnTo>
                <a:lnTo>
                  <a:pt x="1062609" y="22860"/>
                </a:lnTo>
                <a:lnTo>
                  <a:pt x="1075689" y="22860"/>
                </a:lnTo>
                <a:lnTo>
                  <a:pt x="1069086" y="19050"/>
                </a:lnTo>
                <a:close/>
              </a:path>
              <a:path w="1923414" h="137160">
                <a:moveTo>
                  <a:pt x="1082166" y="22860"/>
                </a:moveTo>
                <a:lnTo>
                  <a:pt x="1075689" y="36830"/>
                </a:lnTo>
                <a:lnTo>
                  <a:pt x="1492885" y="36830"/>
                </a:lnTo>
                <a:lnTo>
                  <a:pt x="1479803" y="33020"/>
                </a:lnTo>
                <a:lnTo>
                  <a:pt x="1082166" y="33020"/>
                </a:lnTo>
                <a:lnTo>
                  <a:pt x="1082166" y="22860"/>
                </a:lnTo>
                <a:close/>
              </a:path>
              <a:path w="1923414" h="137160">
                <a:moveTo>
                  <a:pt x="1512442" y="10160"/>
                </a:moveTo>
                <a:lnTo>
                  <a:pt x="1505839" y="10160"/>
                </a:lnTo>
                <a:lnTo>
                  <a:pt x="1499362" y="19050"/>
                </a:lnTo>
                <a:lnTo>
                  <a:pt x="1492885" y="36830"/>
                </a:lnTo>
                <a:lnTo>
                  <a:pt x="1701419" y="36830"/>
                </a:lnTo>
                <a:lnTo>
                  <a:pt x="1701419" y="33020"/>
                </a:lnTo>
                <a:lnTo>
                  <a:pt x="1597152" y="33020"/>
                </a:lnTo>
                <a:lnTo>
                  <a:pt x="1584071" y="27939"/>
                </a:lnTo>
                <a:lnTo>
                  <a:pt x="1584071" y="22860"/>
                </a:lnTo>
                <a:lnTo>
                  <a:pt x="1532001" y="22860"/>
                </a:lnTo>
                <a:lnTo>
                  <a:pt x="1512442" y="10160"/>
                </a:lnTo>
                <a:close/>
              </a:path>
              <a:path w="1923414" h="137160">
                <a:moveTo>
                  <a:pt x="1708023" y="33020"/>
                </a:moveTo>
                <a:lnTo>
                  <a:pt x="1701419" y="36830"/>
                </a:lnTo>
                <a:lnTo>
                  <a:pt x="1705192" y="36830"/>
                </a:lnTo>
                <a:lnTo>
                  <a:pt x="1708023" y="33020"/>
                </a:lnTo>
                <a:close/>
              </a:path>
              <a:path w="1923414" h="137160">
                <a:moveTo>
                  <a:pt x="1753615" y="27939"/>
                </a:moveTo>
                <a:lnTo>
                  <a:pt x="1747139" y="33020"/>
                </a:lnTo>
                <a:lnTo>
                  <a:pt x="1734058" y="36830"/>
                </a:lnTo>
                <a:lnTo>
                  <a:pt x="1799209" y="36830"/>
                </a:lnTo>
                <a:lnTo>
                  <a:pt x="1786254" y="33020"/>
                </a:lnTo>
                <a:lnTo>
                  <a:pt x="1753615" y="27939"/>
                </a:lnTo>
                <a:close/>
              </a:path>
              <a:path w="1923414" h="137160">
                <a:moveTo>
                  <a:pt x="1812289" y="33020"/>
                </a:moveTo>
                <a:lnTo>
                  <a:pt x="1799209" y="36830"/>
                </a:lnTo>
                <a:lnTo>
                  <a:pt x="1814056" y="36830"/>
                </a:lnTo>
                <a:lnTo>
                  <a:pt x="1812289" y="33020"/>
                </a:lnTo>
                <a:close/>
              </a:path>
              <a:path w="1923414" h="137160">
                <a:moveTo>
                  <a:pt x="632333" y="19050"/>
                </a:moveTo>
                <a:lnTo>
                  <a:pt x="632333" y="27939"/>
                </a:lnTo>
                <a:lnTo>
                  <a:pt x="619251" y="33020"/>
                </a:lnTo>
                <a:lnTo>
                  <a:pt x="743076" y="33020"/>
                </a:lnTo>
                <a:lnTo>
                  <a:pt x="736600" y="22860"/>
                </a:lnTo>
                <a:lnTo>
                  <a:pt x="645287" y="22860"/>
                </a:lnTo>
                <a:lnTo>
                  <a:pt x="632333" y="19050"/>
                </a:lnTo>
                <a:close/>
              </a:path>
              <a:path w="1923414" h="137160">
                <a:moveTo>
                  <a:pt x="821309" y="13970"/>
                </a:moveTo>
                <a:lnTo>
                  <a:pt x="795274" y="19050"/>
                </a:lnTo>
                <a:lnTo>
                  <a:pt x="743076" y="33020"/>
                </a:lnTo>
                <a:lnTo>
                  <a:pt x="906145" y="33020"/>
                </a:lnTo>
                <a:lnTo>
                  <a:pt x="899540" y="27939"/>
                </a:lnTo>
                <a:lnTo>
                  <a:pt x="895839" y="22860"/>
                </a:lnTo>
                <a:lnTo>
                  <a:pt x="840866" y="22860"/>
                </a:lnTo>
                <a:lnTo>
                  <a:pt x="834389" y="19050"/>
                </a:lnTo>
                <a:lnTo>
                  <a:pt x="821309" y="13970"/>
                </a:lnTo>
                <a:close/>
              </a:path>
              <a:path w="1923414" h="137160">
                <a:moveTo>
                  <a:pt x="938657" y="13970"/>
                </a:moveTo>
                <a:lnTo>
                  <a:pt x="919099" y="13970"/>
                </a:lnTo>
                <a:lnTo>
                  <a:pt x="919099" y="22860"/>
                </a:lnTo>
                <a:lnTo>
                  <a:pt x="912622" y="22860"/>
                </a:lnTo>
                <a:lnTo>
                  <a:pt x="912622" y="33020"/>
                </a:lnTo>
                <a:lnTo>
                  <a:pt x="990853" y="33020"/>
                </a:lnTo>
                <a:lnTo>
                  <a:pt x="990853" y="27939"/>
                </a:lnTo>
                <a:lnTo>
                  <a:pt x="984376" y="22860"/>
                </a:lnTo>
                <a:lnTo>
                  <a:pt x="938657" y="13970"/>
                </a:lnTo>
                <a:close/>
              </a:path>
              <a:path w="1923414" h="137160">
                <a:moveTo>
                  <a:pt x="1134364" y="19050"/>
                </a:moveTo>
                <a:lnTo>
                  <a:pt x="1121283" y="19050"/>
                </a:lnTo>
                <a:lnTo>
                  <a:pt x="1082166" y="33020"/>
                </a:lnTo>
                <a:lnTo>
                  <a:pt x="1147317" y="33020"/>
                </a:lnTo>
                <a:lnTo>
                  <a:pt x="1134364" y="19050"/>
                </a:lnTo>
                <a:close/>
              </a:path>
              <a:path w="1923414" h="137160">
                <a:moveTo>
                  <a:pt x="1186434" y="22860"/>
                </a:moveTo>
                <a:lnTo>
                  <a:pt x="1153922" y="22860"/>
                </a:lnTo>
                <a:lnTo>
                  <a:pt x="1153922" y="27939"/>
                </a:lnTo>
                <a:lnTo>
                  <a:pt x="1147317" y="33020"/>
                </a:lnTo>
                <a:lnTo>
                  <a:pt x="1219073" y="33020"/>
                </a:lnTo>
                <a:lnTo>
                  <a:pt x="1205991" y="27939"/>
                </a:lnTo>
                <a:lnTo>
                  <a:pt x="1186434" y="22860"/>
                </a:lnTo>
                <a:close/>
              </a:path>
              <a:path w="1923414" h="137160">
                <a:moveTo>
                  <a:pt x="1245108" y="13970"/>
                </a:moveTo>
                <a:lnTo>
                  <a:pt x="1232153" y="19050"/>
                </a:lnTo>
                <a:lnTo>
                  <a:pt x="1219073" y="27939"/>
                </a:lnTo>
                <a:lnTo>
                  <a:pt x="1219073" y="33020"/>
                </a:lnTo>
                <a:lnTo>
                  <a:pt x="1479803" y="33020"/>
                </a:lnTo>
                <a:lnTo>
                  <a:pt x="1483042" y="27939"/>
                </a:lnTo>
                <a:lnTo>
                  <a:pt x="1238630" y="27939"/>
                </a:lnTo>
                <a:lnTo>
                  <a:pt x="1245108" y="13970"/>
                </a:lnTo>
                <a:close/>
              </a:path>
              <a:path w="1923414" h="137160">
                <a:moveTo>
                  <a:pt x="1681861" y="19050"/>
                </a:moveTo>
                <a:lnTo>
                  <a:pt x="1675384" y="27939"/>
                </a:lnTo>
                <a:lnTo>
                  <a:pt x="1655826" y="27939"/>
                </a:lnTo>
                <a:lnTo>
                  <a:pt x="1616710" y="33020"/>
                </a:lnTo>
                <a:lnTo>
                  <a:pt x="1694941" y="33020"/>
                </a:lnTo>
                <a:lnTo>
                  <a:pt x="1688464" y="27939"/>
                </a:lnTo>
                <a:lnTo>
                  <a:pt x="1681861" y="19050"/>
                </a:lnTo>
                <a:close/>
              </a:path>
              <a:path w="1923414" h="137160">
                <a:moveTo>
                  <a:pt x="1694941" y="22860"/>
                </a:moveTo>
                <a:lnTo>
                  <a:pt x="1694941" y="33020"/>
                </a:lnTo>
                <a:lnTo>
                  <a:pt x="1701419" y="33020"/>
                </a:lnTo>
                <a:lnTo>
                  <a:pt x="1694941" y="22860"/>
                </a:lnTo>
                <a:close/>
              </a:path>
              <a:path w="1923414" h="137160">
                <a:moveTo>
                  <a:pt x="1740535" y="22860"/>
                </a:moveTo>
                <a:lnTo>
                  <a:pt x="1727580" y="33020"/>
                </a:lnTo>
                <a:lnTo>
                  <a:pt x="1735824" y="33020"/>
                </a:lnTo>
                <a:lnTo>
                  <a:pt x="1740535" y="22860"/>
                </a:lnTo>
                <a:close/>
              </a:path>
              <a:path w="1923414" h="137160">
                <a:moveTo>
                  <a:pt x="1277747" y="10160"/>
                </a:moveTo>
                <a:lnTo>
                  <a:pt x="1271270" y="19050"/>
                </a:lnTo>
                <a:lnTo>
                  <a:pt x="1238630" y="27939"/>
                </a:lnTo>
                <a:lnTo>
                  <a:pt x="1323339" y="27939"/>
                </a:lnTo>
                <a:lnTo>
                  <a:pt x="1323339" y="22860"/>
                </a:lnTo>
                <a:lnTo>
                  <a:pt x="1290827" y="22860"/>
                </a:lnTo>
                <a:lnTo>
                  <a:pt x="1284224" y="19050"/>
                </a:lnTo>
                <a:lnTo>
                  <a:pt x="1277747" y="10160"/>
                </a:lnTo>
                <a:close/>
              </a:path>
              <a:path w="1923414" h="137160">
                <a:moveTo>
                  <a:pt x="1360677" y="19050"/>
                </a:moveTo>
                <a:lnTo>
                  <a:pt x="1342898" y="19050"/>
                </a:lnTo>
                <a:lnTo>
                  <a:pt x="1342898" y="27939"/>
                </a:lnTo>
                <a:lnTo>
                  <a:pt x="1447164" y="27939"/>
                </a:lnTo>
                <a:lnTo>
                  <a:pt x="1442431" y="22860"/>
                </a:lnTo>
                <a:lnTo>
                  <a:pt x="1369060" y="22860"/>
                </a:lnTo>
                <a:lnTo>
                  <a:pt x="1360677" y="19050"/>
                </a:lnTo>
                <a:close/>
              </a:path>
              <a:path w="1923414" h="137160">
                <a:moveTo>
                  <a:pt x="1479803" y="10160"/>
                </a:moveTo>
                <a:lnTo>
                  <a:pt x="1466723" y="19050"/>
                </a:lnTo>
                <a:lnTo>
                  <a:pt x="1447164" y="27939"/>
                </a:lnTo>
                <a:lnTo>
                  <a:pt x="1483042" y="27939"/>
                </a:lnTo>
                <a:lnTo>
                  <a:pt x="1486280" y="22860"/>
                </a:lnTo>
                <a:lnTo>
                  <a:pt x="1492885" y="13970"/>
                </a:lnTo>
                <a:lnTo>
                  <a:pt x="1479803" y="13970"/>
                </a:lnTo>
                <a:lnTo>
                  <a:pt x="1479803" y="10160"/>
                </a:lnTo>
                <a:close/>
              </a:path>
              <a:path w="1923414" h="137160">
                <a:moveTo>
                  <a:pt x="730123" y="19050"/>
                </a:moveTo>
                <a:lnTo>
                  <a:pt x="697484" y="19050"/>
                </a:lnTo>
                <a:lnTo>
                  <a:pt x="658367" y="22860"/>
                </a:lnTo>
                <a:lnTo>
                  <a:pt x="736600" y="22860"/>
                </a:lnTo>
                <a:lnTo>
                  <a:pt x="730123" y="19050"/>
                </a:lnTo>
                <a:close/>
              </a:path>
              <a:path w="1923414" h="137160">
                <a:moveTo>
                  <a:pt x="867028" y="10160"/>
                </a:moveTo>
                <a:lnTo>
                  <a:pt x="847471" y="10160"/>
                </a:lnTo>
                <a:lnTo>
                  <a:pt x="840866" y="22860"/>
                </a:lnTo>
                <a:lnTo>
                  <a:pt x="895839" y="22860"/>
                </a:lnTo>
                <a:lnTo>
                  <a:pt x="893063" y="19050"/>
                </a:lnTo>
                <a:lnTo>
                  <a:pt x="879983" y="19050"/>
                </a:lnTo>
                <a:lnTo>
                  <a:pt x="867028" y="10160"/>
                </a:lnTo>
                <a:close/>
              </a:path>
              <a:path w="1923414" h="137160">
                <a:moveTo>
                  <a:pt x="1316863" y="5080"/>
                </a:moveTo>
                <a:lnTo>
                  <a:pt x="1310386" y="5080"/>
                </a:lnTo>
                <a:lnTo>
                  <a:pt x="1297304" y="13970"/>
                </a:lnTo>
                <a:lnTo>
                  <a:pt x="1290827" y="22860"/>
                </a:lnTo>
                <a:lnTo>
                  <a:pt x="1323339" y="22860"/>
                </a:lnTo>
                <a:lnTo>
                  <a:pt x="1323339" y="10160"/>
                </a:lnTo>
                <a:lnTo>
                  <a:pt x="1316863" y="5080"/>
                </a:lnTo>
                <a:close/>
              </a:path>
              <a:path w="1923414" h="137160">
                <a:moveTo>
                  <a:pt x="1343895" y="10160"/>
                </a:moveTo>
                <a:lnTo>
                  <a:pt x="1342898" y="10160"/>
                </a:lnTo>
                <a:lnTo>
                  <a:pt x="1329944" y="22860"/>
                </a:lnTo>
                <a:lnTo>
                  <a:pt x="1342898" y="19050"/>
                </a:lnTo>
                <a:lnTo>
                  <a:pt x="1360677" y="19050"/>
                </a:lnTo>
                <a:lnTo>
                  <a:pt x="1349502" y="13970"/>
                </a:lnTo>
                <a:lnTo>
                  <a:pt x="1343895" y="10160"/>
                </a:lnTo>
                <a:close/>
              </a:path>
              <a:path w="1923414" h="137160">
                <a:moveTo>
                  <a:pt x="1382014" y="5080"/>
                </a:moveTo>
                <a:lnTo>
                  <a:pt x="1369060" y="22860"/>
                </a:lnTo>
                <a:lnTo>
                  <a:pt x="1442431" y="22860"/>
                </a:lnTo>
                <a:lnTo>
                  <a:pt x="1438881" y="19050"/>
                </a:lnTo>
                <a:lnTo>
                  <a:pt x="1414652" y="19050"/>
                </a:lnTo>
                <a:lnTo>
                  <a:pt x="1401572" y="13970"/>
                </a:lnTo>
                <a:lnTo>
                  <a:pt x="1401572" y="10160"/>
                </a:lnTo>
                <a:lnTo>
                  <a:pt x="1388617" y="10160"/>
                </a:lnTo>
                <a:lnTo>
                  <a:pt x="1382014" y="5080"/>
                </a:lnTo>
                <a:close/>
              </a:path>
              <a:path w="1923414" h="137160">
                <a:moveTo>
                  <a:pt x="1525397" y="13970"/>
                </a:moveTo>
                <a:lnTo>
                  <a:pt x="1532001" y="22860"/>
                </a:lnTo>
                <a:lnTo>
                  <a:pt x="1558036" y="22860"/>
                </a:lnTo>
                <a:lnTo>
                  <a:pt x="1560811" y="19050"/>
                </a:lnTo>
                <a:lnTo>
                  <a:pt x="1532001" y="19050"/>
                </a:lnTo>
                <a:lnTo>
                  <a:pt x="1525397" y="13970"/>
                </a:lnTo>
                <a:close/>
              </a:path>
              <a:path w="1923414" h="137160">
                <a:moveTo>
                  <a:pt x="1564513" y="19050"/>
                </a:moveTo>
                <a:lnTo>
                  <a:pt x="1571116" y="22860"/>
                </a:lnTo>
                <a:lnTo>
                  <a:pt x="1590675" y="22860"/>
                </a:lnTo>
                <a:lnTo>
                  <a:pt x="1564513" y="19050"/>
                </a:lnTo>
                <a:close/>
              </a:path>
              <a:path w="1923414" h="137160">
                <a:moveTo>
                  <a:pt x="886587" y="5080"/>
                </a:moveTo>
                <a:lnTo>
                  <a:pt x="886587" y="19050"/>
                </a:lnTo>
                <a:lnTo>
                  <a:pt x="893063" y="19050"/>
                </a:lnTo>
                <a:lnTo>
                  <a:pt x="886587" y="5080"/>
                </a:lnTo>
                <a:close/>
              </a:path>
              <a:path w="1923414" h="137160">
                <a:moveTo>
                  <a:pt x="1336421" y="5080"/>
                </a:moveTo>
                <a:lnTo>
                  <a:pt x="1329944" y="5080"/>
                </a:lnTo>
                <a:lnTo>
                  <a:pt x="1329944" y="10160"/>
                </a:lnTo>
                <a:lnTo>
                  <a:pt x="1323339" y="19050"/>
                </a:lnTo>
                <a:lnTo>
                  <a:pt x="1342898" y="10160"/>
                </a:lnTo>
                <a:lnTo>
                  <a:pt x="1343895" y="10160"/>
                </a:lnTo>
                <a:lnTo>
                  <a:pt x="1336421" y="5080"/>
                </a:lnTo>
                <a:close/>
              </a:path>
              <a:path w="1923414" h="137160">
                <a:moveTo>
                  <a:pt x="1421129" y="0"/>
                </a:moveTo>
                <a:lnTo>
                  <a:pt x="1414652" y="5080"/>
                </a:lnTo>
                <a:lnTo>
                  <a:pt x="1414652" y="19050"/>
                </a:lnTo>
                <a:lnTo>
                  <a:pt x="1438881" y="19050"/>
                </a:lnTo>
                <a:lnTo>
                  <a:pt x="1421129" y="0"/>
                </a:lnTo>
                <a:close/>
              </a:path>
              <a:path w="1923414" h="137160">
                <a:moveTo>
                  <a:pt x="1558036" y="10160"/>
                </a:moveTo>
                <a:lnTo>
                  <a:pt x="1551559" y="10160"/>
                </a:lnTo>
                <a:lnTo>
                  <a:pt x="1544954" y="13970"/>
                </a:lnTo>
                <a:lnTo>
                  <a:pt x="1532001" y="19050"/>
                </a:lnTo>
                <a:lnTo>
                  <a:pt x="1560811" y="19050"/>
                </a:lnTo>
                <a:lnTo>
                  <a:pt x="1564513" y="13970"/>
                </a:lnTo>
                <a:lnTo>
                  <a:pt x="1558036" y="10160"/>
                </a:lnTo>
                <a:close/>
              </a:path>
              <a:path w="1923414" h="137160">
                <a:moveTo>
                  <a:pt x="1401572" y="0"/>
                </a:moveTo>
                <a:lnTo>
                  <a:pt x="1395095" y="0"/>
                </a:lnTo>
                <a:lnTo>
                  <a:pt x="1388617" y="10160"/>
                </a:lnTo>
                <a:lnTo>
                  <a:pt x="1401572" y="10160"/>
                </a:lnTo>
                <a:lnTo>
                  <a:pt x="1408176" y="5080"/>
                </a:lnTo>
                <a:lnTo>
                  <a:pt x="1401572" y="0"/>
                </a:lnTo>
                <a:close/>
              </a:path>
            </a:pathLst>
          </a:custGeom>
          <a:solidFill>
            <a:srgbClr val="FFFFFF"/>
          </a:solidFill>
        </p:spPr>
        <p:txBody>
          <a:bodyPr wrap="square" lIns="0" tIns="0" rIns="0" bIns="0" rtlCol="0"/>
          <a:lstStyle/>
          <a:p>
            <a:pPr defTabSz="554355">
              <a:defRPr/>
            </a:pPr>
            <a:endParaRPr sz="1090">
              <a:solidFill>
                <a:sysClr val="windowText" lastClr="000000"/>
              </a:solidFill>
              <a:latin typeface="Calibri" panose="020F0502020204030204"/>
            </a:endParaRPr>
          </a:p>
        </p:txBody>
      </p:sp>
      <p:sp>
        <p:nvSpPr>
          <p:cNvPr id="20" name="object 6"/>
          <p:cNvSpPr/>
          <p:nvPr/>
        </p:nvSpPr>
        <p:spPr>
          <a:xfrm>
            <a:off x="9077953" y="3251150"/>
            <a:ext cx="1894518" cy="816337"/>
          </a:xfrm>
          <a:custGeom>
            <a:avLst/>
            <a:gdLst/>
            <a:ahLst/>
            <a:cxnLst/>
            <a:rect l="l" t="t" r="r" b="b"/>
            <a:pathLst>
              <a:path w="4852670" h="1346200">
                <a:moveTo>
                  <a:pt x="6985" y="1193800"/>
                </a:moveTo>
                <a:lnTo>
                  <a:pt x="0" y="1270000"/>
                </a:lnTo>
                <a:lnTo>
                  <a:pt x="0" y="1346200"/>
                </a:lnTo>
                <a:lnTo>
                  <a:pt x="449325" y="1346200"/>
                </a:lnTo>
                <a:lnTo>
                  <a:pt x="667004" y="1333500"/>
                </a:lnTo>
                <a:lnTo>
                  <a:pt x="1095375" y="1333500"/>
                </a:lnTo>
                <a:lnTo>
                  <a:pt x="1193673" y="1320800"/>
                </a:lnTo>
                <a:lnTo>
                  <a:pt x="119252" y="1320800"/>
                </a:lnTo>
                <a:lnTo>
                  <a:pt x="91186" y="1282700"/>
                </a:lnTo>
                <a:lnTo>
                  <a:pt x="77088" y="1257300"/>
                </a:lnTo>
                <a:lnTo>
                  <a:pt x="63119" y="1219200"/>
                </a:lnTo>
                <a:lnTo>
                  <a:pt x="20955" y="1219200"/>
                </a:lnTo>
                <a:lnTo>
                  <a:pt x="6985" y="1193800"/>
                </a:lnTo>
                <a:close/>
              </a:path>
              <a:path w="4852670" h="1346200">
                <a:moveTo>
                  <a:pt x="1804542" y="1320800"/>
                </a:moveTo>
                <a:lnTo>
                  <a:pt x="1411351" y="1320800"/>
                </a:lnTo>
                <a:lnTo>
                  <a:pt x="1425448" y="1333500"/>
                </a:lnTo>
                <a:lnTo>
                  <a:pt x="1734439" y="1333500"/>
                </a:lnTo>
                <a:lnTo>
                  <a:pt x="1804542" y="1320800"/>
                </a:lnTo>
                <a:close/>
              </a:path>
              <a:path w="4852670" h="1346200">
                <a:moveTo>
                  <a:pt x="2710434" y="1308100"/>
                </a:moveTo>
                <a:lnTo>
                  <a:pt x="210565" y="1308100"/>
                </a:lnTo>
                <a:lnTo>
                  <a:pt x="119252" y="1320800"/>
                </a:lnTo>
                <a:lnTo>
                  <a:pt x="2429637" y="1320800"/>
                </a:lnTo>
                <a:lnTo>
                  <a:pt x="2710434" y="1308100"/>
                </a:lnTo>
                <a:close/>
              </a:path>
              <a:path w="4852670" h="1346200">
                <a:moveTo>
                  <a:pt x="2268092" y="1270000"/>
                </a:moveTo>
                <a:lnTo>
                  <a:pt x="2113534" y="1270000"/>
                </a:lnTo>
                <a:lnTo>
                  <a:pt x="2064385" y="1282700"/>
                </a:lnTo>
                <a:lnTo>
                  <a:pt x="1664208" y="1294967"/>
                </a:lnTo>
                <a:lnTo>
                  <a:pt x="1664208" y="1295400"/>
                </a:lnTo>
                <a:lnTo>
                  <a:pt x="849503" y="1295400"/>
                </a:lnTo>
                <a:lnTo>
                  <a:pt x="744219" y="1308100"/>
                </a:lnTo>
                <a:lnTo>
                  <a:pt x="2998342" y="1308100"/>
                </a:lnTo>
                <a:lnTo>
                  <a:pt x="3560191" y="1282700"/>
                </a:lnTo>
                <a:lnTo>
                  <a:pt x="2253995" y="1282700"/>
                </a:lnTo>
                <a:lnTo>
                  <a:pt x="2268092" y="1270000"/>
                </a:lnTo>
                <a:close/>
              </a:path>
              <a:path w="4852670" h="1346200">
                <a:moveTo>
                  <a:pt x="1664208" y="1282700"/>
                </a:moveTo>
                <a:lnTo>
                  <a:pt x="1572894" y="1282700"/>
                </a:lnTo>
                <a:lnTo>
                  <a:pt x="1432433" y="1295400"/>
                </a:lnTo>
                <a:lnTo>
                  <a:pt x="1650111" y="1295400"/>
                </a:lnTo>
                <a:lnTo>
                  <a:pt x="1664208" y="1294967"/>
                </a:lnTo>
                <a:lnTo>
                  <a:pt x="1664208" y="1282700"/>
                </a:lnTo>
                <a:close/>
              </a:path>
              <a:path w="4852670" h="1346200">
                <a:moveTo>
                  <a:pt x="2373376" y="1270000"/>
                </a:moveTo>
                <a:lnTo>
                  <a:pt x="2303144" y="1270000"/>
                </a:lnTo>
                <a:lnTo>
                  <a:pt x="2253995" y="1282700"/>
                </a:lnTo>
                <a:lnTo>
                  <a:pt x="2464689" y="1282700"/>
                </a:lnTo>
                <a:lnTo>
                  <a:pt x="2373376" y="1270000"/>
                </a:lnTo>
                <a:close/>
              </a:path>
              <a:path w="4852670" h="1346200">
                <a:moveTo>
                  <a:pt x="2717418" y="1270000"/>
                </a:moveTo>
                <a:lnTo>
                  <a:pt x="2534919" y="1270000"/>
                </a:lnTo>
                <a:lnTo>
                  <a:pt x="2471801" y="1282700"/>
                </a:lnTo>
                <a:lnTo>
                  <a:pt x="2640330" y="1282700"/>
                </a:lnTo>
                <a:lnTo>
                  <a:pt x="2717418" y="1270000"/>
                </a:lnTo>
                <a:close/>
              </a:path>
              <a:path w="4852670" h="1346200">
                <a:moveTo>
                  <a:pt x="4121912" y="1270000"/>
                </a:moveTo>
                <a:lnTo>
                  <a:pt x="2935224" y="1270000"/>
                </a:lnTo>
                <a:lnTo>
                  <a:pt x="2871978" y="1282700"/>
                </a:lnTo>
                <a:lnTo>
                  <a:pt x="3560191" y="1282700"/>
                </a:lnTo>
                <a:lnTo>
                  <a:pt x="4121912" y="1270000"/>
                </a:lnTo>
                <a:close/>
              </a:path>
              <a:path w="4852670" h="1346200">
                <a:moveTo>
                  <a:pt x="2345309" y="1257300"/>
                </a:moveTo>
                <a:lnTo>
                  <a:pt x="2282063" y="1257300"/>
                </a:lnTo>
                <a:lnTo>
                  <a:pt x="2253995" y="1270000"/>
                </a:lnTo>
                <a:lnTo>
                  <a:pt x="2317241" y="1270000"/>
                </a:lnTo>
                <a:lnTo>
                  <a:pt x="2345309" y="1257300"/>
                </a:lnTo>
                <a:close/>
              </a:path>
              <a:path w="4852670" h="1346200">
                <a:moveTo>
                  <a:pt x="4746879" y="1257300"/>
                </a:moveTo>
                <a:lnTo>
                  <a:pt x="2731516" y="1257300"/>
                </a:lnTo>
                <a:lnTo>
                  <a:pt x="2710434" y="1270000"/>
                </a:lnTo>
                <a:lnTo>
                  <a:pt x="4704715" y="1270000"/>
                </a:lnTo>
                <a:lnTo>
                  <a:pt x="4746879" y="1257300"/>
                </a:lnTo>
                <a:close/>
              </a:path>
              <a:path w="4852670" h="1346200">
                <a:moveTo>
                  <a:pt x="4704715" y="0"/>
                </a:moveTo>
                <a:lnTo>
                  <a:pt x="4402836" y="0"/>
                </a:lnTo>
                <a:lnTo>
                  <a:pt x="4367657" y="12700"/>
                </a:lnTo>
                <a:lnTo>
                  <a:pt x="2717418" y="12700"/>
                </a:lnTo>
                <a:lnTo>
                  <a:pt x="2598166" y="25400"/>
                </a:lnTo>
                <a:lnTo>
                  <a:pt x="4543170" y="25400"/>
                </a:lnTo>
                <a:lnTo>
                  <a:pt x="4585335" y="38100"/>
                </a:lnTo>
                <a:lnTo>
                  <a:pt x="4648581" y="38100"/>
                </a:lnTo>
                <a:lnTo>
                  <a:pt x="4655566" y="50800"/>
                </a:lnTo>
                <a:lnTo>
                  <a:pt x="4662678" y="101600"/>
                </a:lnTo>
                <a:lnTo>
                  <a:pt x="4662678" y="177800"/>
                </a:lnTo>
                <a:lnTo>
                  <a:pt x="4655566" y="381000"/>
                </a:lnTo>
                <a:lnTo>
                  <a:pt x="4655566" y="482600"/>
                </a:lnTo>
                <a:lnTo>
                  <a:pt x="4662678" y="584200"/>
                </a:lnTo>
                <a:lnTo>
                  <a:pt x="4676648" y="673100"/>
                </a:lnTo>
                <a:lnTo>
                  <a:pt x="4683633" y="698500"/>
                </a:lnTo>
                <a:lnTo>
                  <a:pt x="4697730" y="723900"/>
                </a:lnTo>
                <a:lnTo>
                  <a:pt x="4697730" y="749300"/>
                </a:lnTo>
                <a:lnTo>
                  <a:pt x="4704715" y="774700"/>
                </a:lnTo>
                <a:lnTo>
                  <a:pt x="4704715" y="800100"/>
                </a:lnTo>
                <a:lnTo>
                  <a:pt x="4697730" y="838200"/>
                </a:lnTo>
                <a:lnTo>
                  <a:pt x="4676648" y="914400"/>
                </a:lnTo>
                <a:lnTo>
                  <a:pt x="4655566" y="1003300"/>
                </a:lnTo>
                <a:lnTo>
                  <a:pt x="4648581" y="1041400"/>
                </a:lnTo>
                <a:lnTo>
                  <a:pt x="4655566" y="1079500"/>
                </a:lnTo>
                <a:lnTo>
                  <a:pt x="4655566" y="1143000"/>
                </a:lnTo>
                <a:lnTo>
                  <a:pt x="4641595" y="1155700"/>
                </a:lnTo>
                <a:lnTo>
                  <a:pt x="4634611" y="1181100"/>
                </a:lnTo>
                <a:lnTo>
                  <a:pt x="4613529" y="1193800"/>
                </a:lnTo>
                <a:lnTo>
                  <a:pt x="4585335" y="1206500"/>
                </a:lnTo>
                <a:lnTo>
                  <a:pt x="4627499" y="1206500"/>
                </a:lnTo>
                <a:lnTo>
                  <a:pt x="4613529" y="1219200"/>
                </a:lnTo>
                <a:lnTo>
                  <a:pt x="4171061" y="1219200"/>
                </a:lnTo>
                <a:lnTo>
                  <a:pt x="4079748" y="1231900"/>
                </a:lnTo>
                <a:lnTo>
                  <a:pt x="3791839" y="1231900"/>
                </a:lnTo>
                <a:lnTo>
                  <a:pt x="3805936" y="1244600"/>
                </a:lnTo>
                <a:lnTo>
                  <a:pt x="3349498" y="1244600"/>
                </a:lnTo>
                <a:lnTo>
                  <a:pt x="2977261" y="1257300"/>
                </a:lnTo>
                <a:lnTo>
                  <a:pt x="4760976" y="1257300"/>
                </a:lnTo>
                <a:lnTo>
                  <a:pt x="4774945" y="1244600"/>
                </a:lnTo>
                <a:lnTo>
                  <a:pt x="4789043" y="1219200"/>
                </a:lnTo>
                <a:lnTo>
                  <a:pt x="4803140" y="1181100"/>
                </a:lnTo>
                <a:lnTo>
                  <a:pt x="4803140" y="1155700"/>
                </a:lnTo>
                <a:lnTo>
                  <a:pt x="4810125" y="1079500"/>
                </a:lnTo>
                <a:lnTo>
                  <a:pt x="4810125" y="1028700"/>
                </a:lnTo>
                <a:lnTo>
                  <a:pt x="4831207" y="889000"/>
                </a:lnTo>
                <a:lnTo>
                  <a:pt x="4838192" y="787400"/>
                </a:lnTo>
                <a:lnTo>
                  <a:pt x="4845177" y="723900"/>
                </a:lnTo>
                <a:lnTo>
                  <a:pt x="4852162" y="723900"/>
                </a:lnTo>
                <a:lnTo>
                  <a:pt x="4852162" y="660400"/>
                </a:lnTo>
                <a:lnTo>
                  <a:pt x="4845177" y="660400"/>
                </a:lnTo>
                <a:lnTo>
                  <a:pt x="4831207" y="609600"/>
                </a:lnTo>
                <a:lnTo>
                  <a:pt x="4824095" y="558800"/>
                </a:lnTo>
                <a:lnTo>
                  <a:pt x="4817110" y="508000"/>
                </a:lnTo>
                <a:lnTo>
                  <a:pt x="4810125" y="444500"/>
                </a:lnTo>
                <a:lnTo>
                  <a:pt x="4824095" y="444500"/>
                </a:lnTo>
                <a:lnTo>
                  <a:pt x="4824095" y="406400"/>
                </a:lnTo>
                <a:lnTo>
                  <a:pt x="4817110" y="381000"/>
                </a:lnTo>
                <a:lnTo>
                  <a:pt x="4831143" y="381000"/>
                </a:lnTo>
                <a:lnTo>
                  <a:pt x="4838192" y="368300"/>
                </a:lnTo>
                <a:lnTo>
                  <a:pt x="4831207" y="342900"/>
                </a:lnTo>
                <a:lnTo>
                  <a:pt x="4827650" y="330200"/>
                </a:lnTo>
                <a:lnTo>
                  <a:pt x="4803140" y="330200"/>
                </a:lnTo>
                <a:lnTo>
                  <a:pt x="4789043" y="279400"/>
                </a:lnTo>
                <a:lnTo>
                  <a:pt x="4774945" y="254000"/>
                </a:lnTo>
                <a:lnTo>
                  <a:pt x="4767961" y="254000"/>
                </a:lnTo>
                <a:lnTo>
                  <a:pt x="4767961" y="241300"/>
                </a:lnTo>
                <a:lnTo>
                  <a:pt x="4782058" y="228600"/>
                </a:lnTo>
                <a:lnTo>
                  <a:pt x="4782058" y="203200"/>
                </a:lnTo>
                <a:lnTo>
                  <a:pt x="4767961" y="203200"/>
                </a:lnTo>
                <a:lnTo>
                  <a:pt x="4746879" y="190500"/>
                </a:lnTo>
                <a:lnTo>
                  <a:pt x="4739894" y="165100"/>
                </a:lnTo>
                <a:lnTo>
                  <a:pt x="4732782" y="139700"/>
                </a:lnTo>
                <a:lnTo>
                  <a:pt x="4725796" y="114300"/>
                </a:lnTo>
                <a:lnTo>
                  <a:pt x="4725796" y="12700"/>
                </a:lnTo>
                <a:lnTo>
                  <a:pt x="4704715" y="0"/>
                </a:lnTo>
                <a:close/>
              </a:path>
              <a:path w="4852670" h="1346200">
                <a:moveTo>
                  <a:pt x="6985" y="1143000"/>
                </a:moveTo>
                <a:lnTo>
                  <a:pt x="13970" y="1168400"/>
                </a:lnTo>
                <a:lnTo>
                  <a:pt x="13970" y="1193800"/>
                </a:lnTo>
                <a:lnTo>
                  <a:pt x="28067" y="1193800"/>
                </a:lnTo>
                <a:lnTo>
                  <a:pt x="20955" y="1219200"/>
                </a:lnTo>
                <a:lnTo>
                  <a:pt x="63119" y="1219200"/>
                </a:lnTo>
                <a:lnTo>
                  <a:pt x="56134" y="1181100"/>
                </a:lnTo>
                <a:lnTo>
                  <a:pt x="56134" y="1168400"/>
                </a:lnTo>
                <a:lnTo>
                  <a:pt x="28067" y="1168400"/>
                </a:lnTo>
                <a:lnTo>
                  <a:pt x="13970" y="1155700"/>
                </a:lnTo>
                <a:lnTo>
                  <a:pt x="6985" y="1143000"/>
                </a:lnTo>
                <a:close/>
              </a:path>
              <a:path w="4852670" h="1346200">
                <a:moveTo>
                  <a:pt x="4578350" y="1206500"/>
                </a:moveTo>
                <a:lnTo>
                  <a:pt x="4585335" y="1219200"/>
                </a:lnTo>
                <a:lnTo>
                  <a:pt x="4599432" y="1219200"/>
                </a:lnTo>
                <a:lnTo>
                  <a:pt x="4578350" y="1206500"/>
                </a:lnTo>
                <a:close/>
              </a:path>
              <a:path w="4852670" h="1346200">
                <a:moveTo>
                  <a:pt x="344043" y="50800"/>
                </a:moveTo>
                <a:lnTo>
                  <a:pt x="259714" y="152400"/>
                </a:lnTo>
                <a:lnTo>
                  <a:pt x="175513" y="279400"/>
                </a:lnTo>
                <a:lnTo>
                  <a:pt x="147447" y="330200"/>
                </a:lnTo>
                <a:lnTo>
                  <a:pt x="126364" y="381000"/>
                </a:lnTo>
                <a:lnTo>
                  <a:pt x="112268" y="431800"/>
                </a:lnTo>
                <a:lnTo>
                  <a:pt x="119252" y="444500"/>
                </a:lnTo>
                <a:lnTo>
                  <a:pt x="126364" y="469900"/>
                </a:lnTo>
                <a:lnTo>
                  <a:pt x="98171" y="482600"/>
                </a:lnTo>
                <a:lnTo>
                  <a:pt x="84200" y="508000"/>
                </a:lnTo>
                <a:lnTo>
                  <a:pt x="77088" y="533400"/>
                </a:lnTo>
                <a:lnTo>
                  <a:pt x="77088" y="685800"/>
                </a:lnTo>
                <a:lnTo>
                  <a:pt x="49022" y="876300"/>
                </a:lnTo>
                <a:lnTo>
                  <a:pt x="35051" y="977900"/>
                </a:lnTo>
                <a:lnTo>
                  <a:pt x="28067" y="1079500"/>
                </a:lnTo>
                <a:lnTo>
                  <a:pt x="35051" y="1117600"/>
                </a:lnTo>
                <a:lnTo>
                  <a:pt x="28067" y="1168400"/>
                </a:lnTo>
                <a:lnTo>
                  <a:pt x="56134" y="1168400"/>
                </a:lnTo>
                <a:lnTo>
                  <a:pt x="56134" y="1104900"/>
                </a:lnTo>
                <a:lnTo>
                  <a:pt x="77088" y="1028700"/>
                </a:lnTo>
                <a:lnTo>
                  <a:pt x="98171" y="952500"/>
                </a:lnTo>
                <a:lnTo>
                  <a:pt x="126364" y="863600"/>
                </a:lnTo>
                <a:lnTo>
                  <a:pt x="182499" y="723900"/>
                </a:lnTo>
                <a:lnTo>
                  <a:pt x="196596" y="723900"/>
                </a:lnTo>
                <a:lnTo>
                  <a:pt x="196596" y="711200"/>
                </a:lnTo>
                <a:lnTo>
                  <a:pt x="189737" y="698500"/>
                </a:lnTo>
                <a:lnTo>
                  <a:pt x="194881" y="660400"/>
                </a:lnTo>
                <a:lnTo>
                  <a:pt x="182499" y="660400"/>
                </a:lnTo>
                <a:lnTo>
                  <a:pt x="182499" y="596900"/>
                </a:lnTo>
                <a:lnTo>
                  <a:pt x="219879" y="596900"/>
                </a:lnTo>
                <a:lnTo>
                  <a:pt x="224536" y="571500"/>
                </a:lnTo>
                <a:lnTo>
                  <a:pt x="224536" y="482600"/>
                </a:lnTo>
                <a:lnTo>
                  <a:pt x="238633" y="457200"/>
                </a:lnTo>
                <a:lnTo>
                  <a:pt x="245618" y="419100"/>
                </a:lnTo>
                <a:lnTo>
                  <a:pt x="245618" y="368300"/>
                </a:lnTo>
                <a:lnTo>
                  <a:pt x="238633" y="355600"/>
                </a:lnTo>
                <a:lnTo>
                  <a:pt x="252730" y="355600"/>
                </a:lnTo>
                <a:lnTo>
                  <a:pt x="266700" y="254000"/>
                </a:lnTo>
                <a:lnTo>
                  <a:pt x="273812" y="241300"/>
                </a:lnTo>
                <a:lnTo>
                  <a:pt x="280797" y="241300"/>
                </a:lnTo>
                <a:lnTo>
                  <a:pt x="287782" y="228600"/>
                </a:lnTo>
                <a:lnTo>
                  <a:pt x="273812" y="203200"/>
                </a:lnTo>
                <a:lnTo>
                  <a:pt x="287782" y="203200"/>
                </a:lnTo>
                <a:lnTo>
                  <a:pt x="322961" y="139700"/>
                </a:lnTo>
                <a:lnTo>
                  <a:pt x="344043" y="50800"/>
                </a:lnTo>
                <a:close/>
              </a:path>
              <a:path w="4852670" h="1346200">
                <a:moveTo>
                  <a:pt x="196596" y="723900"/>
                </a:moveTo>
                <a:lnTo>
                  <a:pt x="182499" y="723900"/>
                </a:lnTo>
                <a:lnTo>
                  <a:pt x="189484" y="736600"/>
                </a:lnTo>
                <a:lnTo>
                  <a:pt x="196596" y="749300"/>
                </a:lnTo>
                <a:lnTo>
                  <a:pt x="196596" y="723900"/>
                </a:lnTo>
                <a:close/>
              </a:path>
              <a:path w="4852670" h="1346200">
                <a:moveTo>
                  <a:pt x="196596" y="647700"/>
                </a:moveTo>
                <a:lnTo>
                  <a:pt x="182499" y="660400"/>
                </a:lnTo>
                <a:lnTo>
                  <a:pt x="194881" y="660400"/>
                </a:lnTo>
                <a:lnTo>
                  <a:pt x="196596" y="647700"/>
                </a:lnTo>
                <a:close/>
              </a:path>
              <a:path w="4852670" h="1346200">
                <a:moveTo>
                  <a:pt x="4852162" y="647700"/>
                </a:moveTo>
                <a:lnTo>
                  <a:pt x="4845177" y="660400"/>
                </a:lnTo>
                <a:lnTo>
                  <a:pt x="4852162" y="660400"/>
                </a:lnTo>
                <a:lnTo>
                  <a:pt x="4852162" y="647700"/>
                </a:lnTo>
                <a:close/>
              </a:path>
              <a:path w="4852670" h="1346200">
                <a:moveTo>
                  <a:pt x="219879" y="596900"/>
                </a:moveTo>
                <a:lnTo>
                  <a:pt x="182499" y="596900"/>
                </a:lnTo>
                <a:lnTo>
                  <a:pt x="196596" y="609600"/>
                </a:lnTo>
                <a:lnTo>
                  <a:pt x="217550" y="609600"/>
                </a:lnTo>
                <a:lnTo>
                  <a:pt x="219879" y="596900"/>
                </a:lnTo>
                <a:close/>
              </a:path>
              <a:path w="4852670" h="1346200">
                <a:moveTo>
                  <a:pt x="4824095" y="444500"/>
                </a:moveTo>
                <a:lnTo>
                  <a:pt x="4810125" y="444500"/>
                </a:lnTo>
                <a:lnTo>
                  <a:pt x="4824095" y="482600"/>
                </a:lnTo>
                <a:lnTo>
                  <a:pt x="4824095" y="444500"/>
                </a:lnTo>
                <a:close/>
              </a:path>
              <a:path w="4852670" h="1346200">
                <a:moveTo>
                  <a:pt x="4831143" y="381000"/>
                </a:moveTo>
                <a:lnTo>
                  <a:pt x="4817110" y="381000"/>
                </a:lnTo>
                <a:lnTo>
                  <a:pt x="4824095" y="393700"/>
                </a:lnTo>
                <a:lnTo>
                  <a:pt x="4831143" y="381000"/>
                </a:lnTo>
                <a:close/>
              </a:path>
              <a:path w="4852670" h="1346200">
                <a:moveTo>
                  <a:pt x="4817110" y="292100"/>
                </a:moveTo>
                <a:lnTo>
                  <a:pt x="4804791" y="292100"/>
                </a:lnTo>
                <a:lnTo>
                  <a:pt x="4810125" y="304800"/>
                </a:lnTo>
                <a:lnTo>
                  <a:pt x="4817110" y="317500"/>
                </a:lnTo>
                <a:lnTo>
                  <a:pt x="4803140" y="317500"/>
                </a:lnTo>
                <a:lnTo>
                  <a:pt x="4803140" y="330200"/>
                </a:lnTo>
                <a:lnTo>
                  <a:pt x="4827650" y="330200"/>
                </a:lnTo>
                <a:lnTo>
                  <a:pt x="4824095" y="317500"/>
                </a:lnTo>
                <a:lnTo>
                  <a:pt x="4817110" y="292100"/>
                </a:lnTo>
                <a:close/>
              </a:path>
              <a:path w="4852670" h="1346200">
                <a:moveTo>
                  <a:pt x="4803140" y="203200"/>
                </a:moveTo>
                <a:lnTo>
                  <a:pt x="4782058" y="203200"/>
                </a:lnTo>
                <a:lnTo>
                  <a:pt x="4796028" y="215900"/>
                </a:lnTo>
                <a:lnTo>
                  <a:pt x="4810125" y="254000"/>
                </a:lnTo>
                <a:lnTo>
                  <a:pt x="4824095" y="279400"/>
                </a:lnTo>
                <a:lnTo>
                  <a:pt x="4831207" y="304800"/>
                </a:lnTo>
                <a:lnTo>
                  <a:pt x="4831207" y="279400"/>
                </a:lnTo>
                <a:lnTo>
                  <a:pt x="4824095" y="254000"/>
                </a:lnTo>
                <a:lnTo>
                  <a:pt x="4803140" y="203200"/>
                </a:lnTo>
                <a:close/>
              </a:path>
              <a:path w="4852670" h="1346200">
                <a:moveTo>
                  <a:pt x="280797" y="241300"/>
                </a:moveTo>
                <a:lnTo>
                  <a:pt x="273812" y="241300"/>
                </a:lnTo>
                <a:lnTo>
                  <a:pt x="273812" y="254000"/>
                </a:lnTo>
                <a:lnTo>
                  <a:pt x="280797" y="241300"/>
                </a:lnTo>
                <a:close/>
              </a:path>
              <a:path w="4852670" h="1346200">
                <a:moveTo>
                  <a:pt x="4774945" y="152400"/>
                </a:moveTo>
                <a:lnTo>
                  <a:pt x="4767961" y="203200"/>
                </a:lnTo>
                <a:lnTo>
                  <a:pt x="4796028" y="203200"/>
                </a:lnTo>
                <a:lnTo>
                  <a:pt x="4782058" y="190500"/>
                </a:lnTo>
                <a:lnTo>
                  <a:pt x="4774945" y="152400"/>
                </a:lnTo>
                <a:close/>
              </a:path>
              <a:path w="4852670" h="1346200">
                <a:moveTo>
                  <a:pt x="1790573" y="38100"/>
                </a:moveTo>
                <a:lnTo>
                  <a:pt x="1664208" y="38100"/>
                </a:lnTo>
                <a:lnTo>
                  <a:pt x="1636014" y="50800"/>
                </a:lnTo>
                <a:lnTo>
                  <a:pt x="1790573" y="38100"/>
                </a:lnTo>
                <a:close/>
              </a:path>
              <a:path w="4852670" h="1346200">
                <a:moveTo>
                  <a:pt x="2190877" y="38100"/>
                </a:moveTo>
                <a:lnTo>
                  <a:pt x="1945005" y="38100"/>
                </a:lnTo>
                <a:lnTo>
                  <a:pt x="1853818" y="50800"/>
                </a:lnTo>
                <a:lnTo>
                  <a:pt x="2050414" y="50800"/>
                </a:lnTo>
                <a:lnTo>
                  <a:pt x="2190877" y="38100"/>
                </a:lnTo>
                <a:close/>
              </a:path>
              <a:path w="4852670" h="1346200">
                <a:moveTo>
                  <a:pt x="2584068" y="38100"/>
                </a:moveTo>
                <a:lnTo>
                  <a:pt x="2310257" y="38100"/>
                </a:lnTo>
                <a:lnTo>
                  <a:pt x="2380361" y="50800"/>
                </a:lnTo>
                <a:lnTo>
                  <a:pt x="2478786" y="50800"/>
                </a:lnTo>
                <a:lnTo>
                  <a:pt x="2584068" y="38100"/>
                </a:lnTo>
                <a:close/>
              </a:path>
              <a:path w="4852670" h="1346200">
                <a:moveTo>
                  <a:pt x="2127631" y="25400"/>
                </a:moveTo>
                <a:lnTo>
                  <a:pt x="2001265" y="38100"/>
                </a:lnTo>
                <a:lnTo>
                  <a:pt x="2057400" y="38100"/>
                </a:lnTo>
                <a:lnTo>
                  <a:pt x="2127631" y="25400"/>
                </a:lnTo>
                <a:close/>
              </a:path>
              <a:path w="4852670" h="1346200">
                <a:moveTo>
                  <a:pt x="2900044" y="25400"/>
                </a:moveTo>
                <a:lnTo>
                  <a:pt x="2275078" y="25400"/>
                </a:lnTo>
                <a:lnTo>
                  <a:pt x="2169794" y="38100"/>
                </a:lnTo>
                <a:lnTo>
                  <a:pt x="2893060" y="38100"/>
                </a:lnTo>
                <a:lnTo>
                  <a:pt x="2900044" y="25400"/>
                </a:lnTo>
                <a:close/>
              </a:path>
              <a:path w="4852670" h="1346200">
                <a:moveTo>
                  <a:pt x="2998342" y="25400"/>
                </a:moveTo>
                <a:lnTo>
                  <a:pt x="2977261" y="25400"/>
                </a:lnTo>
                <a:lnTo>
                  <a:pt x="2963291" y="38100"/>
                </a:lnTo>
                <a:lnTo>
                  <a:pt x="2998342" y="25400"/>
                </a:lnTo>
                <a:close/>
              </a:path>
              <a:path w="4852670" h="1346200">
                <a:moveTo>
                  <a:pt x="3286252" y="25400"/>
                </a:moveTo>
                <a:lnTo>
                  <a:pt x="3019425" y="25400"/>
                </a:lnTo>
                <a:lnTo>
                  <a:pt x="3089656" y="38100"/>
                </a:lnTo>
                <a:lnTo>
                  <a:pt x="3286252" y="25400"/>
                </a:lnTo>
                <a:close/>
              </a:path>
              <a:path w="4852670" h="1346200">
                <a:moveTo>
                  <a:pt x="3763771" y="25400"/>
                </a:moveTo>
                <a:lnTo>
                  <a:pt x="3482848" y="25400"/>
                </a:lnTo>
                <a:lnTo>
                  <a:pt x="3265296" y="38100"/>
                </a:lnTo>
                <a:lnTo>
                  <a:pt x="3518027" y="38100"/>
                </a:lnTo>
                <a:lnTo>
                  <a:pt x="3763771" y="25400"/>
                </a:lnTo>
                <a:close/>
              </a:path>
              <a:path w="4852670" h="1346200">
                <a:moveTo>
                  <a:pt x="2513838" y="12700"/>
                </a:moveTo>
                <a:lnTo>
                  <a:pt x="2485770" y="12700"/>
                </a:lnTo>
                <a:lnTo>
                  <a:pt x="2415540" y="25400"/>
                </a:lnTo>
                <a:lnTo>
                  <a:pt x="2527935" y="25400"/>
                </a:lnTo>
                <a:lnTo>
                  <a:pt x="2513838" y="12700"/>
                </a:lnTo>
                <a:close/>
              </a:path>
              <a:path w="4852670" h="1346200">
                <a:moveTo>
                  <a:pt x="3265296" y="0"/>
                </a:moveTo>
                <a:lnTo>
                  <a:pt x="3279266" y="12700"/>
                </a:lnTo>
                <a:lnTo>
                  <a:pt x="3440811" y="12700"/>
                </a:lnTo>
                <a:lnTo>
                  <a:pt x="3265296" y="0"/>
                </a:lnTo>
                <a:close/>
              </a:path>
              <a:path w="4852670" h="1346200">
                <a:moveTo>
                  <a:pt x="4227195" y="0"/>
                </a:moveTo>
                <a:lnTo>
                  <a:pt x="3770757" y="0"/>
                </a:lnTo>
                <a:lnTo>
                  <a:pt x="3616325" y="12700"/>
                </a:lnTo>
                <a:lnTo>
                  <a:pt x="4318508" y="12700"/>
                </a:lnTo>
                <a:lnTo>
                  <a:pt x="4227195" y="0"/>
                </a:lnTo>
                <a:close/>
              </a:path>
            </a:pathLst>
          </a:custGeom>
          <a:solidFill>
            <a:srgbClr val="FFFFFF"/>
          </a:solidFill>
        </p:spPr>
        <p:txBody>
          <a:bodyPr wrap="square" lIns="0" tIns="0" rIns="0" bIns="0" rtlCol="0"/>
          <a:lstStyle/>
          <a:p>
            <a:pPr defTabSz="554355">
              <a:defRPr/>
            </a:pPr>
            <a:endParaRPr sz="1090">
              <a:solidFill>
                <a:sysClr val="windowText" lastClr="000000"/>
              </a:solidFill>
              <a:latin typeface="Calibri" panose="020F0502020204030204"/>
            </a:endParaRPr>
          </a:p>
        </p:txBody>
      </p:sp>
      <p:pic>
        <p:nvPicPr>
          <p:cNvPr id="21" name="object 7"/>
          <p:cNvPicPr/>
          <p:nvPr/>
        </p:nvPicPr>
        <p:blipFill>
          <a:blip r:embed="rId4" cstate="print"/>
          <a:stretch>
            <a:fillRect/>
          </a:stretch>
        </p:blipFill>
        <p:spPr>
          <a:xfrm>
            <a:off x="8744334" y="2412430"/>
            <a:ext cx="852071" cy="745485"/>
          </a:xfrm>
          <a:prstGeom prst="rect">
            <a:avLst/>
          </a:prstGeom>
        </p:spPr>
      </p:pic>
      <p:sp>
        <p:nvSpPr>
          <p:cNvPr id="23" name="object 5"/>
          <p:cNvSpPr/>
          <p:nvPr/>
        </p:nvSpPr>
        <p:spPr>
          <a:xfrm>
            <a:off x="529550" y="2887688"/>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355"/>
            <a:endParaRPr sz="1090" kern="0">
              <a:solidFill>
                <a:sysClr val="windowText" lastClr="000000"/>
              </a:solidFill>
            </a:endParaRPr>
          </a:p>
        </p:txBody>
      </p:sp>
      <p:sp>
        <p:nvSpPr>
          <p:cNvPr id="24" name="object 6"/>
          <p:cNvSpPr txBox="1"/>
          <p:nvPr/>
        </p:nvSpPr>
        <p:spPr>
          <a:xfrm rot="19993440">
            <a:off x="553021" y="3311640"/>
            <a:ext cx="1940770" cy="315292"/>
          </a:xfrm>
          <a:prstGeom prst="rect">
            <a:avLst/>
          </a:prstGeom>
        </p:spPr>
        <p:txBody>
          <a:bodyPr vert="horz" wrap="square" lIns="0" tIns="7316" rIns="0" bIns="0" rtlCol="0">
            <a:spAutoFit/>
          </a:bodyPr>
          <a:lstStyle/>
          <a:p>
            <a:pPr marL="7620" defTabSz="554355">
              <a:spcBef>
                <a:spcPts val="60"/>
              </a:spcBef>
            </a:pPr>
            <a:r>
              <a:rPr lang="en-US" sz="2000" b="1" kern="0" spc="-130" dirty="0">
                <a:solidFill>
                  <a:srgbClr val="FFFFFF"/>
                </a:solidFill>
                <a:latin typeface="Arial" panose="020B0604020202020204"/>
                <a:cs typeface="Arial" panose="020B0604020202020204"/>
              </a:rPr>
              <a:t>OOP Concepts</a:t>
            </a:r>
            <a:endParaRPr sz="2000" kern="0" dirty="0">
              <a:solidFill>
                <a:sysClr val="windowText" lastClr="000000"/>
              </a:solidFill>
              <a:latin typeface="Arial" panose="020B0604020202020204"/>
              <a:cs typeface="Arial" panose="020B0604020202020204"/>
            </a:endParaRPr>
          </a:p>
        </p:txBody>
      </p:sp>
      <p:sp>
        <p:nvSpPr>
          <p:cNvPr id="25" name="object 11"/>
          <p:cNvSpPr/>
          <p:nvPr/>
        </p:nvSpPr>
        <p:spPr>
          <a:xfrm>
            <a:off x="1790581" y="304443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355"/>
            <a:endParaRPr sz="1090" kern="0">
              <a:solidFill>
                <a:sysClr val="windowText" lastClr="000000"/>
              </a:solidFill>
            </a:endParaRPr>
          </a:p>
        </p:txBody>
      </p:sp>
      <p:sp>
        <p:nvSpPr>
          <p:cNvPr id="26" name="object 12"/>
          <p:cNvSpPr txBox="1"/>
          <p:nvPr/>
        </p:nvSpPr>
        <p:spPr>
          <a:xfrm rot="20117597">
            <a:off x="1786466" y="3286596"/>
            <a:ext cx="2714349" cy="253609"/>
          </a:xfrm>
          <a:prstGeom prst="rect">
            <a:avLst/>
          </a:prstGeom>
        </p:spPr>
        <p:txBody>
          <a:bodyPr vert="horz" wrap="square" lIns="0" tIns="7316" rIns="0" bIns="0" rtlCol="0">
            <a:spAutoFit/>
          </a:bodyPr>
          <a:lstStyle/>
          <a:p>
            <a:pPr marL="7620" defTabSz="554355">
              <a:spcBef>
                <a:spcPts val="60"/>
              </a:spcBef>
            </a:pPr>
            <a:r>
              <a:rPr lang="en-US" sz="1600" b="1" kern="0" spc="-36" dirty="0">
                <a:solidFill>
                  <a:srgbClr val="444444"/>
                </a:solidFill>
                <a:latin typeface="Arial" panose="020B0604020202020204"/>
                <a:cs typeface="Arial" panose="020B0604020202020204"/>
              </a:rPr>
              <a:t>SOLID Principles</a:t>
            </a:r>
            <a:endParaRPr sz="1600" kern="0" dirty="0">
              <a:solidFill>
                <a:sysClr val="windowText" lastClr="000000"/>
              </a:solidFill>
              <a:latin typeface="Arial" panose="020B0604020202020204"/>
              <a:cs typeface="Arial" panose="020B0604020202020204"/>
            </a:endParaRPr>
          </a:p>
        </p:txBody>
      </p:sp>
      <p:grpSp>
        <p:nvGrpSpPr>
          <p:cNvPr id="33" name="object 12"/>
          <p:cNvGrpSpPr/>
          <p:nvPr/>
        </p:nvGrpSpPr>
        <p:grpSpPr>
          <a:xfrm rot="7393496">
            <a:off x="1183221" y="5156418"/>
            <a:ext cx="634586" cy="317678"/>
            <a:chOff x="4909132" y="1558300"/>
            <a:chExt cx="1046480" cy="523875"/>
          </a:xfrm>
          <a:solidFill>
            <a:srgbClr val="FFFF00"/>
          </a:solidFill>
        </p:grpSpPr>
        <p:sp>
          <p:nvSpPr>
            <p:cNvPr id="34"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FFFF00"/>
              </a:solidFill>
            </a:ln>
          </p:spPr>
          <p:txBody>
            <a:bodyPr wrap="square" lIns="0" tIns="0" rIns="0" bIns="0" rtlCol="0"/>
            <a:lstStyle/>
            <a:p>
              <a:pPr defTabSz="554355"/>
              <a:endParaRPr sz="1090" kern="0">
                <a:solidFill>
                  <a:sysClr val="windowText" lastClr="000000"/>
                </a:solidFill>
              </a:endParaRPr>
            </a:p>
          </p:txBody>
        </p:sp>
        <p:sp>
          <p:nvSpPr>
            <p:cNvPr id="35"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FFFF00"/>
              </a:solidFill>
            </a:ln>
          </p:spPr>
          <p:txBody>
            <a:bodyPr wrap="square" lIns="0" tIns="0" rIns="0" bIns="0" rtlCol="0"/>
            <a:lstStyle/>
            <a:p>
              <a:pPr defTabSz="554355"/>
              <a:endParaRPr sz="1400" kern="0" dirty="0">
                <a:solidFill>
                  <a:sysClr val="windowText" lastClr="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9776208" cy="561385"/>
          </a:xfrm>
          <a:prstGeom prst="rect">
            <a:avLst/>
          </a:prstGeom>
        </p:spPr>
        <p:txBody>
          <a:bodyPr vert="horz" wrap="square" lIns="0" tIns="7316" rIns="0" bIns="0" rtlCol="0">
            <a:spAutoFit/>
          </a:bodyPr>
          <a:lstStyle/>
          <a:p>
            <a:pPr marL="7620">
              <a:spcBef>
                <a:spcPts val="60"/>
              </a:spcBef>
              <a:tabLst>
                <a:tab pos="946785" algn="l"/>
                <a:tab pos="1315720" algn="l"/>
              </a:tabLst>
            </a:pPr>
            <a:r>
              <a:rPr sz="3600" dirty="0">
                <a:latin typeface="Arial" panose="020B0604020202020204" pitchFamily="34" charset="0"/>
                <a:cs typeface="Arial" panose="020B0604020202020204" pitchFamily="34" charset="0"/>
              </a:rPr>
              <a:t>WHAT</a:t>
            </a:r>
            <a:r>
              <a:rPr lang="en-US" sz="3600"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IS</a:t>
            </a:r>
            <a:r>
              <a:rPr lang="en-US" sz="3600" dirty="0">
                <a:latin typeface="Arial" panose="020B0604020202020204" pitchFamily="34" charset="0"/>
                <a:cs typeface="Arial" panose="020B0604020202020204" pitchFamily="34" charset="0"/>
              </a:rPr>
              <a:t> Object Oriented Programming</a:t>
            </a:r>
            <a:r>
              <a:rPr sz="3600" dirty="0">
                <a:latin typeface="Arial" panose="020B0604020202020204" pitchFamily="34" charset="0"/>
                <a:cs typeface="Arial" panose="020B0604020202020204" pitchFamily="34" charset="0"/>
              </a:rPr>
              <a:t>?</a:t>
            </a:r>
            <a:endParaRPr sz="3600" dirty="0">
              <a:latin typeface="Arial" panose="020B0604020202020204" pitchFamily="34" charset="0"/>
              <a:cs typeface="Arial" panose="020B0604020202020204" pitchFamily="34" charset="0"/>
            </a:endParaRPr>
          </a:p>
        </p:txBody>
      </p:sp>
      <p:sp>
        <p:nvSpPr>
          <p:cNvPr id="4" name="object 4"/>
          <p:cNvSpPr/>
          <p:nvPr/>
        </p:nvSpPr>
        <p:spPr>
          <a:xfrm>
            <a:off x="1650125" y="1723027"/>
            <a:ext cx="8492358" cy="3190620"/>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5" name="object 5"/>
          <p:cNvSpPr txBox="1"/>
          <p:nvPr/>
        </p:nvSpPr>
        <p:spPr>
          <a:xfrm>
            <a:off x="2439089" y="2130843"/>
            <a:ext cx="7565949" cy="2593099"/>
          </a:xfrm>
          <a:prstGeom prst="rect">
            <a:avLst/>
          </a:prstGeom>
        </p:spPr>
        <p:txBody>
          <a:bodyPr vert="horz" wrap="square" lIns="0" tIns="7701"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Is a programming paradigm that relies on the  concept of classes </a:t>
            </a:r>
            <a:r>
              <a:rPr kumimoji="0" lang="en-US" sz="2800" b="0" i="0" u="none" strike="noStrike" kern="1200" cap="none" spc="0" normalizeH="0" baseline="0" noProof="0">
                <a:ln>
                  <a:noFill/>
                </a:ln>
                <a:solidFill>
                  <a:schemeClr val="accent1">
                    <a:lumMod val="50000"/>
                  </a:schemeClr>
                </a:solidFill>
                <a:effectLst/>
                <a:uLnTx/>
                <a:uFillTx/>
                <a:latin typeface="Calibri" panose="020F0502020204030204"/>
                <a:ea typeface="+mn-ea"/>
                <a:cs typeface="+mn-cs"/>
              </a:rPr>
              <a:t>and objects,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It is used to structure a software program into simple,  reusable pieces of code blueprints (usually called classes), which are used </a:t>
            </a:r>
            <a:r>
              <a:rPr kumimoji="0" lang="en-US" sz="2800" b="0" i="0" u="none" strike="noStrike" kern="1200" cap="none" spc="0" normalizeH="0" baseline="0" noProof="0">
                <a:ln>
                  <a:noFill/>
                </a:ln>
                <a:solidFill>
                  <a:schemeClr val="accent1">
                    <a:lumMod val="50000"/>
                  </a:schemeClr>
                </a:solidFill>
                <a:effectLst/>
                <a:uLnTx/>
                <a:uFillTx/>
                <a:latin typeface="Calibri" panose="020F0502020204030204"/>
                <a:ea typeface="+mn-ea"/>
                <a:cs typeface="+mn-cs"/>
              </a:rPr>
              <a:t>to create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individual instances of objects.</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grpSp>
        <p:nvGrpSpPr>
          <p:cNvPr id="6" name="object 6"/>
          <p:cNvGrpSpPr/>
          <p:nvPr/>
        </p:nvGrpSpPr>
        <p:grpSpPr>
          <a:xfrm>
            <a:off x="859310" y="982829"/>
            <a:ext cx="1884641" cy="1845742"/>
            <a:chOff x="3529667" y="2155934"/>
            <a:chExt cx="5311140" cy="3434715"/>
          </a:xfrm>
        </p:grpSpPr>
        <p:pic>
          <p:nvPicPr>
            <p:cNvPr id="7" name="object 7"/>
            <p:cNvPicPr/>
            <p:nvPr/>
          </p:nvPicPr>
          <p:blipFill>
            <a:blip r:embed="rId2" cstate="print"/>
            <a:stretch>
              <a:fillRect/>
            </a:stretch>
          </p:blipFill>
          <p:spPr>
            <a:xfrm>
              <a:off x="3529667" y="2155934"/>
              <a:ext cx="5310807" cy="3434238"/>
            </a:xfrm>
            <a:prstGeom prst="rect">
              <a:avLst/>
            </a:prstGeom>
          </p:spPr>
        </p:pic>
        <p:pic>
          <p:nvPicPr>
            <p:cNvPr id="8" name="object 8"/>
            <p:cNvPicPr/>
            <p:nvPr/>
          </p:nvPicPr>
          <p:blipFill>
            <a:blip r:embed="rId3" cstate="print"/>
            <a:stretch>
              <a:fillRect/>
            </a:stretch>
          </p:blipFill>
          <p:spPr>
            <a:xfrm>
              <a:off x="4378772" y="2743592"/>
              <a:ext cx="3612598" cy="1736031"/>
            </a:xfrm>
            <a:prstGeom prst="rect">
              <a:avLst/>
            </a:prstGeom>
          </p:spPr>
        </p:pic>
      </p:grpSp>
      <p:sp>
        <p:nvSpPr>
          <p:cNvPr id="9" name="object 9"/>
          <p:cNvSpPr txBox="1"/>
          <p:nvPr/>
        </p:nvSpPr>
        <p:spPr>
          <a:xfrm rot="21000000">
            <a:off x="1483233" y="1576335"/>
            <a:ext cx="1393657" cy="324576"/>
          </a:xfrm>
          <a:prstGeom prst="rect">
            <a:avLst/>
          </a:prstGeom>
        </p:spPr>
        <p:txBody>
          <a:bodyPr vert="horz" wrap="square" lIns="0" tIns="0" rIns="0" bIns="0" rtlCol="0">
            <a:spAutoFit/>
          </a:bodyPr>
          <a:lstStyle/>
          <a:p>
            <a:pPr defTabSz="554355">
              <a:lnSpc>
                <a:spcPts val="2500"/>
              </a:lnSpc>
            </a:pPr>
            <a:r>
              <a:rPr lang="en-US" sz="2485" b="1" kern="0" spc="-182" dirty="0">
                <a:solidFill>
                  <a:srgbClr val="FAFBFB"/>
                </a:solidFill>
                <a:latin typeface="Calibri" panose="020F0502020204030204"/>
                <a:cs typeface="Calibri" panose="020F0502020204030204"/>
              </a:rPr>
              <a:t>OOP</a:t>
            </a:r>
            <a:endParaRPr sz="2485" kern="0" dirty="0">
              <a:solidFill>
                <a:sysClr val="windowText" lastClr="000000"/>
              </a:solidFill>
              <a:latin typeface="Calibri" panose="020F0502020204030204"/>
              <a:cs typeface="Calibri" panose="020F0502020204030204"/>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1120" y="5175464"/>
            <a:ext cx="2754975" cy="14463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561385"/>
          </a:xfrm>
          <a:prstGeom prst="rect">
            <a:avLst/>
          </a:prstGeom>
        </p:spPr>
        <p:txBody>
          <a:bodyPr vert="horz" wrap="square" lIns="0" tIns="7316"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485775" algn="l"/>
              </a:tabLst>
              <a:defRPr/>
            </a:pPr>
            <a:r>
              <a:rPr kumimoji="0" lang="en-US" sz="3600" b="0" i="0" u="none" strike="noStrike" kern="1200" cap="none" spc="-10" normalizeH="0" baseline="0" noProof="0" dirty="0">
                <a:ln>
                  <a:noFill/>
                </a:ln>
                <a:solidFill>
                  <a:srgbClr val="FFFFFF"/>
                </a:solidFill>
                <a:effectLst/>
                <a:uLnTx/>
                <a:uFillTx/>
                <a:latin typeface="Calibri" panose="020F0502020204030204"/>
                <a:ea typeface="+mn-ea"/>
                <a:cs typeface="Calibri" panose="020F0502020204030204"/>
              </a:rPr>
              <a:t>Inheritance </a:t>
            </a:r>
            <a:r>
              <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rPr>
              <a:t>(is-a)</a:t>
            </a:r>
            <a:endPar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endParaRPr>
          </a:p>
        </p:txBody>
      </p:sp>
      <p:pic>
        <p:nvPicPr>
          <p:cNvPr id="4" name="object 4"/>
          <p:cNvPicPr/>
          <p:nvPr/>
        </p:nvPicPr>
        <p:blipFill>
          <a:blip r:embed="rId2" cstate="print"/>
          <a:stretch>
            <a:fillRect/>
          </a:stretch>
        </p:blipFill>
        <p:spPr>
          <a:xfrm>
            <a:off x="1402759" y="3213115"/>
            <a:ext cx="215885" cy="215885"/>
          </a:xfrm>
          <a:prstGeom prst="rect">
            <a:avLst/>
          </a:prstGeom>
        </p:spPr>
      </p:pic>
      <p:pic>
        <p:nvPicPr>
          <p:cNvPr id="8" name="object 8"/>
          <p:cNvPicPr/>
          <p:nvPr/>
        </p:nvPicPr>
        <p:blipFill>
          <a:blip r:embed="rId2" cstate="print"/>
          <a:stretch>
            <a:fillRect/>
          </a:stretch>
        </p:blipFill>
        <p:spPr>
          <a:xfrm>
            <a:off x="1402758" y="3990477"/>
            <a:ext cx="215885" cy="215885"/>
          </a:xfrm>
          <a:prstGeom prst="rect">
            <a:avLst/>
          </a:prstGeom>
        </p:spPr>
      </p:pic>
      <p:sp>
        <p:nvSpPr>
          <p:cNvPr id="16" name="object 16"/>
          <p:cNvSpPr/>
          <p:nvPr/>
        </p:nvSpPr>
        <p:spPr>
          <a:xfrm>
            <a:off x="1402759" y="1153680"/>
            <a:ext cx="970247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rgbClr val="F1425D"/>
            </a:solidFill>
          </a:ln>
        </p:spPr>
        <p:txBody>
          <a:bodyPr wrap="square" lIns="0" tIns="0" rIns="0" bIns="0" rtlCol="0"/>
          <a:lstStyle/>
          <a:p>
            <a:pPr defTabSz="554355"/>
            <a:endParaRPr sz="1090" kern="0">
              <a:solidFill>
                <a:sysClr val="windowText" lastClr="000000"/>
              </a:solidFill>
            </a:endParaRPr>
          </a:p>
        </p:txBody>
      </p:sp>
      <p:sp>
        <p:nvSpPr>
          <p:cNvPr id="22" name="TextBox 21"/>
          <p:cNvSpPr txBox="1"/>
          <p:nvPr/>
        </p:nvSpPr>
        <p:spPr>
          <a:xfrm>
            <a:off x="1692165" y="1418559"/>
            <a:ext cx="9413066" cy="1200329"/>
          </a:xfrm>
          <a:prstGeom prst="rect">
            <a:avLst/>
          </a:prstGeom>
          <a:noFill/>
        </p:spPr>
        <p:txBody>
          <a:bodyPr wrap="square">
            <a:spAutoFit/>
          </a:bodyPr>
          <a:lstStyle/>
          <a:p>
            <a:r>
              <a:rPr lang="en-US" sz="2400" dirty="0"/>
              <a:t>Refers to the capability of creating a new class from an existing  class. It is a relationship between classes where one class is a parent (super or base)  of another (Child, subclass, derived). </a:t>
            </a:r>
            <a:endParaRPr lang="en-US" sz="2400" dirty="0"/>
          </a:p>
        </p:txBody>
      </p:sp>
      <p:sp>
        <p:nvSpPr>
          <p:cNvPr id="23" name="object 20"/>
          <p:cNvSpPr txBox="1"/>
          <p:nvPr/>
        </p:nvSpPr>
        <p:spPr>
          <a:xfrm>
            <a:off x="1692165" y="3084733"/>
            <a:ext cx="9413066" cy="1854945"/>
          </a:xfrm>
          <a:prstGeom prst="rect">
            <a:avLst/>
          </a:prstGeom>
        </p:spPr>
        <p:txBody>
          <a:bodyPr vert="horz" wrap="square" lIns="0" tIns="7316" rIns="0" bIns="0" rtlCol="0">
            <a:spAutoFit/>
          </a:bodyPr>
          <a:lstStyle/>
          <a:p>
            <a:pPr marL="7620" marR="3175" defTabSz="554355">
              <a:lnSpc>
                <a:spcPct val="131000"/>
              </a:lnSpc>
              <a:spcBef>
                <a:spcPts val="60"/>
              </a:spcBef>
            </a:pPr>
            <a:r>
              <a:rPr lang="en-US" sz="2000" b="1" dirty="0">
                <a:solidFill>
                  <a:schemeClr val="accent1">
                    <a:lumMod val="50000"/>
                  </a:schemeClr>
                </a:solidFill>
              </a:rPr>
              <a:t>Inheritance Hierarchy</a:t>
            </a:r>
            <a:endParaRPr lang="en-US" sz="2000" b="1" dirty="0">
              <a:solidFill>
                <a:schemeClr val="accent1">
                  <a:lumMod val="50000"/>
                </a:schemeClr>
              </a:solidFill>
            </a:endParaRPr>
          </a:p>
          <a:p>
            <a:pPr marL="7620" marR="3175" defTabSz="554355">
              <a:lnSpc>
                <a:spcPct val="131000"/>
              </a:lnSpc>
              <a:spcBef>
                <a:spcPts val="60"/>
              </a:spcBef>
            </a:pPr>
            <a:r>
              <a:rPr lang="en-US" dirty="0"/>
              <a:t>The relationship between super classes and subclasses.</a:t>
            </a:r>
            <a:endParaRPr lang="en-US" dirty="0"/>
          </a:p>
          <a:p>
            <a:pPr marL="7620" marR="3175" defTabSz="554355">
              <a:lnSpc>
                <a:spcPct val="131000"/>
              </a:lnSpc>
              <a:spcBef>
                <a:spcPts val="60"/>
              </a:spcBef>
            </a:pPr>
            <a:r>
              <a:rPr lang="en-US" sz="2000" b="1" dirty="0">
                <a:solidFill>
                  <a:schemeClr val="accent1">
                    <a:lumMod val="50000"/>
                  </a:schemeClr>
                </a:solidFill>
              </a:rPr>
              <a:t>Multi-Level Inheritance</a:t>
            </a:r>
            <a:endParaRPr lang="en-US" sz="2000" b="1" dirty="0">
              <a:solidFill>
                <a:schemeClr val="accent1">
                  <a:lumMod val="50000"/>
                </a:schemeClr>
              </a:solidFill>
            </a:endParaRPr>
          </a:p>
          <a:p>
            <a:pPr marL="7620" marR="3175" defTabSz="554355">
              <a:lnSpc>
                <a:spcPct val="131000"/>
              </a:lnSpc>
              <a:spcBef>
                <a:spcPts val="60"/>
              </a:spcBef>
            </a:pPr>
            <a:r>
              <a:rPr lang="en-US" dirty="0"/>
              <a:t>In Multilevel Inheritance a derived class can also inherited by  another class.</a:t>
            </a:r>
            <a:endParaRPr lang="en-US" dirty="0"/>
          </a:p>
          <a:p>
            <a:pPr defTabSz="554355">
              <a:spcBef>
                <a:spcPts val="10"/>
              </a:spcBef>
            </a:pPr>
            <a:endParaRPr kern="0" dirty="0">
              <a:solidFill>
                <a:sysClr val="windowText" lastClr="000000"/>
              </a:solidFill>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14" name="object 3"/>
          <p:cNvSpPr txBox="1"/>
          <p:nvPr/>
        </p:nvSpPr>
        <p:spPr>
          <a:xfrm>
            <a:off x="380562" y="988422"/>
            <a:ext cx="10820400" cy="1687000"/>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accent1">
                    <a:lumMod val="50000"/>
                  </a:schemeClr>
                </a:solidFill>
                <a:latin typeface="Segoe UI Symbol" panose="020B0502040204020203"/>
                <a:cs typeface="Segoe UI Symbol" panose="020B0502040204020203"/>
              </a:rPr>
              <a:t>✘</a:t>
            </a:r>
            <a:r>
              <a:rPr sz="2800" dirty="0">
                <a:solidFill>
                  <a:schemeClr val="accent1">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Virtual Function</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 virtual function is a member function that you expect to be  redefined in derived classes. </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accent1">
                  <a:lumMod val="50000"/>
                </a:schemeClr>
              </a:solidFill>
              <a:cs typeface="Calibri" panose="020F0502020204030204"/>
            </a:endParaRPr>
          </a:p>
        </p:txBody>
      </p:sp>
      <p:sp>
        <p:nvSpPr>
          <p:cNvPr id="15" name="object 3"/>
          <p:cNvSpPr txBox="1"/>
          <p:nvPr/>
        </p:nvSpPr>
        <p:spPr>
          <a:xfrm>
            <a:off x="380562" y="3509914"/>
            <a:ext cx="10820400" cy="1687000"/>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accent1">
                    <a:lumMod val="50000"/>
                  </a:schemeClr>
                </a:solidFill>
                <a:latin typeface="Segoe UI Symbol" panose="020B0502040204020203"/>
                <a:cs typeface="Segoe UI Symbol" panose="020B0502040204020203"/>
              </a:rPr>
              <a:t>✘</a:t>
            </a:r>
            <a:r>
              <a:rPr sz="2800" dirty="0">
                <a:solidFill>
                  <a:schemeClr val="accent1">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Abstract Method (Pure Virtual Function)</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An abstract method is a method that is  declared, but contains no implementation, without body, It is needed to be overridden  by the subclasses .</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accent1">
                  <a:lumMod val="50000"/>
                </a:schemeClr>
              </a:solidFill>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6" name="object 3"/>
          <p:cNvSpPr txBox="1"/>
          <p:nvPr/>
        </p:nvSpPr>
        <p:spPr>
          <a:xfrm>
            <a:off x="552734" y="927538"/>
            <a:ext cx="10820400" cy="2056332"/>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Abstract Class</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Abstract classes are distinguished by the fact that you may not directly  construct objects from them, An abstract class may have one or more abstract methods,  Abstract classes may not be instantiated.</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tx2">
                  <a:lumMod val="50000"/>
                </a:schemeClr>
              </a:solidFill>
              <a:cs typeface="Calibri" panose="020F0502020204030204"/>
            </a:endParaRPr>
          </a:p>
        </p:txBody>
      </p:sp>
      <p:sp>
        <p:nvSpPr>
          <p:cNvPr id="7" name="object 3"/>
          <p:cNvSpPr txBox="1"/>
          <p:nvPr/>
        </p:nvSpPr>
        <p:spPr>
          <a:xfrm>
            <a:off x="675289" y="5502831"/>
            <a:ext cx="10820400" cy="886781"/>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Concrete Class</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Any class can be initiating objects directly from it, it is not abstract  class.</a:t>
            </a:r>
            <a:endParaRPr lang="en-US" sz="2400" spc="-10" dirty="0">
              <a:solidFill>
                <a:schemeClr val="tx2">
                  <a:lumMod val="50000"/>
                </a:schemeClr>
              </a:solidFill>
              <a:cs typeface="Calibri" panose="020F0502020204030204"/>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9689" y="2937109"/>
            <a:ext cx="6309715" cy="2797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p:nvPr/>
        </p:nvSpPr>
        <p:spPr>
          <a:xfrm>
            <a:off x="539918" y="951721"/>
            <a:ext cx="10820400" cy="1317668"/>
          </a:xfrm>
          <a:prstGeom prst="rect">
            <a:avLst/>
          </a:prstGeom>
        </p:spPr>
        <p:txBody>
          <a:bodyPr vert="horz" wrap="square" lIns="0" tIns="12065" rIns="0" bIns="0" rtlCol="0">
            <a:spAutoFit/>
          </a:bodyPr>
          <a:lstStyle/>
          <a:p>
            <a:pPr marL="12700">
              <a:lnSpc>
                <a:spcPct val="100000"/>
              </a:lnSpc>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latin typeface="Calibri" panose="020F0502020204030204" pitchFamily="34" charset="0"/>
                <a:cs typeface="Calibri" panose="020F0502020204030204" pitchFamily="34" charset="0"/>
              </a:rPr>
              <a:t>	</a:t>
            </a:r>
            <a:r>
              <a:rPr lang="en-US" sz="3200" b="1" dirty="0">
                <a:solidFill>
                  <a:schemeClr val="accent1">
                    <a:lumMod val="50000"/>
                  </a:schemeClr>
                </a:solidFill>
                <a:cs typeface="Calibri" panose="020F0502020204030204" pitchFamily="34" charset="0"/>
              </a:rPr>
              <a:t>Interface</a:t>
            </a:r>
            <a:endParaRPr lang="en-US" sz="3200" b="1" dirty="0">
              <a:solidFill>
                <a:schemeClr val="accent1">
                  <a:lumMod val="50000"/>
                </a:schemeClr>
              </a:solidFill>
              <a:cs typeface="Calibri" panose="020F0502020204030204" pitchFamily="34" charset="0"/>
            </a:endParaRPr>
          </a:p>
          <a:p>
            <a:pPr marL="12700">
              <a:lnSpc>
                <a:spcPct val="100000"/>
              </a:lnSpc>
              <a:spcBef>
                <a:spcPts val="95"/>
              </a:spcBef>
              <a:tabLst>
                <a:tab pos="485775" algn="l"/>
              </a:tabLst>
            </a:pPr>
            <a:r>
              <a:rPr lang="en-US" sz="2400" spc="-10" dirty="0">
                <a:solidFill>
                  <a:schemeClr val="tx2">
                    <a:lumMod val="50000"/>
                  </a:schemeClr>
                </a:solidFill>
                <a:cs typeface="Calibri" panose="020F0502020204030204"/>
              </a:rPr>
              <a:t>capable of describing the wide range of shapes that JavaScript objects can take.</a:t>
            </a:r>
            <a:endParaRPr lang="en-US" sz="2400" spc="-10" dirty="0">
              <a:solidFill>
                <a:schemeClr val="tx2">
                  <a:lumMod val="50000"/>
                </a:schemeClr>
              </a:solidFill>
              <a:cs typeface="Calibri" panose="020F0502020204030204"/>
            </a:endParaRPr>
          </a:p>
          <a:p>
            <a:pPr marL="621665">
              <a:lnSpc>
                <a:spcPct val="100000"/>
              </a:lnSpc>
              <a:buClr>
                <a:srgbClr val="FFFFFF"/>
              </a:buClr>
              <a:buSzPct val="71000"/>
              <a:tabLst>
                <a:tab pos="1096010" algn="l"/>
                <a:tab pos="1096645" algn="l"/>
              </a:tabLst>
            </a:pPr>
            <a:endParaRPr lang="en-US" sz="2800" dirty="0">
              <a:solidFill>
                <a:schemeClr val="tx2">
                  <a:lumMod val="50000"/>
                </a:schemeClr>
              </a:solidFill>
              <a:latin typeface="Calibri" panose="020F0502020204030204"/>
              <a:cs typeface="Calibri" panose="020F0502020204030204"/>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9988" y="3186113"/>
            <a:ext cx="6326922" cy="33216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https://miro.medium.com/max/700/1*wrxj0oBKpA_GXb8LPhXOe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6200"/>
            <a:ext cx="12192000" cy="6934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561385"/>
          </a:xfrm>
          <a:prstGeom prst="rect">
            <a:avLst/>
          </a:prstGeom>
        </p:spPr>
        <p:txBody>
          <a:bodyPr vert="horz" wrap="square" lIns="0" tIns="7316"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485775" algn="l"/>
              </a:tabLst>
              <a:defRPr/>
            </a:pPr>
            <a:r>
              <a:rPr kumimoji="0" lang="en-US" sz="3600" b="1" i="0" u="none" strike="noStrike" kern="0" cap="none" spc="-5" normalizeH="0" baseline="0" noProof="0" dirty="0">
                <a:ln>
                  <a:noFill/>
                </a:ln>
                <a:solidFill>
                  <a:prstClr val="white"/>
                </a:solidFill>
                <a:effectLst/>
                <a:uLnTx/>
                <a:uFillTx/>
                <a:latin typeface="Calibri" panose="020F0502020204030204"/>
                <a:ea typeface="+mj-ea"/>
                <a:cs typeface="Calibri" panose="020F0502020204030204"/>
              </a:rPr>
              <a:t>SOLID Principles</a:t>
            </a:r>
            <a:endPar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endParaRPr>
          </a:p>
        </p:txBody>
      </p:sp>
      <p:pic>
        <p:nvPicPr>
          <p:cNvPr id="4" name="object 4"/>
          <p:cNvPicPr/>
          <p:nvPr/>
        </p:nvPicPr>
        <p:blipFill>
          <a:blip r:embed="rId2" cstate="print"/>
          <a:stretch>
            <a:fillRect/>
          </a:stretch>
        </p:blipFill>
        <p:spPr>
          <a:xfrm>
            <a:off x="1402759" y="3213115"/>
            <a:ext cx="215885" cy="215885"/>
          </a:xfrm>
          <a:prstGeom prst="rect">
            <a:avLst/>
          </a:prstGeom>
        </p:spPr>
      </p:pic>
      <p:pic>
        <p:nvPicPr>
          <p:cNvPr id="6" name="object 6"/>
          <p:cNvPicPr/>
          <p:nvPr/>
        </p:nvPicPr>
        <p:blipFill>
          <a:blip r:embed="rId2" cstate="print"/>
          <a:stretch>
            <a:fillRect/>
          </a:stretch>
        </p:blipFill>
        <p:spPr>
          <a:xfrm>
            <a:off x="1399967" y="4373593"/>
            <a:ext cx="215885" cy="215885"/>
          </a:xfrm>
          <a:prstGeom prst="rect">
            <a:avLst/>
          </a:prstGeom>
        </p:spPr>
      </p:pic>
      <p:pic>
        <p:nvPicPr>
          <p:cNvPr id="8" name="object 8"/>
          <p:cNvPicPr/>
          <p:nvPr/>
        </p:nvPicPr>
        <p:blipFill>
          <a:blip r:embed="rId2" cstate="print"/>
          <a:stretch>
            <a:fillRect/>
          </a:stretch>
        </p:blipFill>
        <p:spPr>
          <a:xfrm>
            <a:off x="1399968" y="3829686"/>
            <a:ext cx="215885" cy="215885"/>
          </a:xfrm>
          <a:prstGeom prst="rect">
            <a:avLst/>
          </a:prstGeom>
        </p:spPr>
      </p:pic>
      <p:sp>
        <p:nvSpPr>
          <p:cNvPr id="16" name="object 16"/>
          <p:cNvSpPr/>
          <p:nvPr/>
        </p:nvSpPr>
        <p:spPr>
          <a:xfrm>
            <a:off x="1402759" y="1153680"/>
            <a:ext cx="970247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chemeClr val="accent1">
                <a:lumMod val="75000"/>
              </a:schemeClr>
            </a:solidFill>
          </a:ln>
        </p:spPr>
        <p:txBody>
          <a:bodyPr wrap="square" lIns="0" tIns="0" rIns="0" bIns="0" rtlCol="0"/>
          <a:lstStyle/>
          <a:p>
            <a:pPr defTabSz="554355"/>
            <a:endParaRPr sz="1090" kern="0">
              <a:solidFill>
                <a:sysClr val="windowText" lastClr="000000"/>
              </a:solidFill>
            </a:endParaRPr>
          </a:p>
        </p:txBody>
      </p:sp>
      <p:sp>
        <p:nvSpPr>
          <p:cNvPr id="22" name="TextBox 21"/>
          <p:cNvSpPr txBox="1"/>
          <p:nvPr/>
        </p:nvSpPr>
        <p:spPr>
          <a:xfrm>
            <a:off x="1692165" y="1418559"/>
            <a:ext cx="9413066" cy="1200329"/>
          </a:xfrm>
          <a:prstGeom prst="rect">
            <a:avLst/>
          </a:prstGeom>
          <a:noFill/>
        </p:spPr>
        <p:txBody>
          <a:bodyPr wrap="square">
            <a:spAutoFit/>
          </a:bodyPr>
          <a:lstStyle/>
          <a:p>
            <a:r>
              <a:rPr lang="en-US" sz="2400" dirty="0"/>
              <a:t>The </a:t>
            </a:r>
            <a:r>
              <a:rPr lang="en-US" sz="2400" b="1" dirty="0">
                <a:solidFill>
                  <a:schemeClr val="tx2"/>
                </a:solidFill>
              </a:rPr>
              <a:t>SOLID</a:t>
            </a:r>
            <a:r>
              <a:rPr lang="en-US" sz="2400" dirty="0"/>
              <a:t> design principles help us create maintainable, reusable, and flexible software designs. </a:t>
            </a:r>
            <a:endParaRPr lang="en-US" sz="2400" dirty="0"/>
          </a:p>
          <a:p>
            <a:r>
              <a:rPr lang="en-US" sz="2400" dirty="0"/>
              <a:t>Each letter in the acronym </a:t>
            </a:r>
            <a:r>
              <a:rPr lang="en-US" sz="2400" b="1" dirty="0">
                <a:solidFill>
                  <a:schemeClr val="tx2"/>
                </a:solidFill>
              </a:rPr>
              <a:t>SOLID</a:t>
            </a:r>
            <a:r>
              <a:rPr lang="en-US" sz="2400" dirty="0"/>
              <a:t> stands for a specific principle.</a:t>
            </a:r>
            <a:endParaRPr lang="en-US" sz="2400" dirty="0"/>
          </a:p>
        </p:txBody>
      </p:sp>
      <p:sp>
        <p:nvSpPr>
          <p:cNvPr id="23" name="object 20"/>
          <p:cNvSpPr txBox="1"/>
          <p:nvPr/>
        </p:nvSpPr>
        <p:spPr>
          <a:xfrm>
            <a:off x="1692165" y="3084733"/>
            <a:ext cx="9413066" cy="3009491"/>
          </a:xfrm>
          <a:prstGeom prst="rect">
            <a:avLst/>
          </a:prstGeom>
        </p:spPr>
        <p:txBody>
          <a:bodyPr vert="horz" wrap="square" lIns="0" tIns="7316" rIns="0" bIns="0" rtlCol="0">
            <a:spAutoFit/>
          </a:bodyPr>
          <a:lstStyle/>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S</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ingle responsibility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srgbClr val="FFFF00"/>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O</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pen–closed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err="1">
                <a:ln>
                  <a:noFill/>
                </a:ln>
                <a:solidFill>
                  <a:schemeClr val="accent1">
                    <a:lumMod val="75000"/>
                  </a:schemeClr>
                </a:solidFill>
                <a:effectLst/>
                <a:uLnTx/>
                <a:uFillTx/>
                <a:latin typeface="Calibri" panose="020F0502020204030204"/>
                <a:ea typeface="+mn-ea"/>
                <a:cs typeface="Calibri" panose="020F0502020204030204"/>
              </a:rPr>
              <a:t>L</a:t>
            </a:r>
            <a:r>
              <a:rPr kumimoji="0" lang="en-US" sz="2800" b="0" i="0" u="none" strike="noStrike" kern="1200" cap="none" spc="-5" normalizeH="0" baseline="0" noProof="0" dirty="0" err="1">
                <a:ln>
                  <a:noFill/>
                </a:ln>
                <a:solidFill>
                  <a:schemeClr val="tx2">
                    <a:lumMod val="50000"/>
                  </a:schemeClr>
                </a:solidFill>
                <a:effectLst/>
                <a:uLnTx/>
                <a:uFillTx/>
                <a:latin typeface="Calibri" panose="020F0502020204030204"/>
                <a:ea typeface="+mn-ea"/>
                <a:cs typeface="Calibri" panose="020F0502020204030204"/>
              </a:rPr>
              <a:t>iskov</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 substitution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srgbClr val="FFFF00"/>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I</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nterface segregation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D</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ependency inversion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defTabSz="554355">
              <a:spcBef>
                <a:spcPts val="10"/>
              </a:spcBef>
            </a:pPr>
            <a:endParaRPr kern="0" dirty="0">
              <a:solidFill>
                <a:sysClr val="windowText" lastClr="000000"/>
              </a:solidFill>
              <a:cs typeface="Arial" panose="020B0604020202020204"/>
            </a:endParaRPr>
          </a:p>
        </p:txBody>
      </p:sp>
      <p:pic>
        <p:nvPicPr>
          <p:cNvPr id="5" name="object 6"/>
          <p:cNvPicPr/>
          <p:nvPr/>
        </p:nvPicPr>
        <p:blipFill>
          <a:blip r:embed="rId2" cstate="print"/>
          <a:stretch>
            <a:fillRect/>
          </a:stretch>
        </p:blipFill>
        <p:spPr>
          <a:xfrm>
            <a:off x="1399967" y="4874796"/>
            <a:ext cx="215885" cy="215885"/>
          </a:xfrm>
          <a:prstGeom prst="rect">
            <a:avLst/>
          </a:prstGeom>
        </p:spPr>
      </p:pic>
      <p:pic>
        <p:nvPicPr>
          <p:cNvPr id="7" name="object 6"/>
          <p:cNvPicPr/>
          <p:nvPr/>
        </p:nvPicPr>
        <p:blipFill>
          <a:blip r:embed="rId2" cstate="print"/>
          <a:stretch>
            <a:fillRect/>
          </a:stretch>
        </p:blipFill>
        <p:spPr>
          <a:xfrm>
            <a:off x="1399966" y="5440178"/>
            <a:ext cx="215885" cy="2158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8108" y="1214886"/>
            <a:ext cx="8942956" cy="1443408"/>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“Do one thing and do it well”</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 class should have only one reason to change , meaning that a class should have only one job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Single Responsibility Principle</a:t>
            </a:r>
            <a:endParaRPr lang="en-US" sz="2800" b="1" kern="0" dirty="0">
              <a:solidFill>
                <a:prstClr val="white"/>
              </a:solidFill>
              <a:latin typeface="+mn-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2940448"/>
            <a:ext cx="5410200" cy="39175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1051025"/>
            <a:ext cx="12427975" cy="1903726"/>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“Software entities classes , modules , functions  should be opened for extension , but closed for modification” </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Any new functionality should be done by adding new classes instead of changing existing one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Open/Closed Principle</a:t>
            </a:r>
            <a:endParaRPr lang="en-US" sz="2800" b="1" kern="0" dirty="0">
              <a:solidFill>
                <a:prstClr val="white"/>
              </a:solidFill>
              <a:latin typeface="+mn-lt"/>
            </a:endParaRPr>
          </a:p>
        </p:txBody>
      </p:sp>
      <p:pic>
        <p:nvPicPr>
          <p:cNvPr id="4" name="Picture 2" descr="https://miro.medium.com/max/700/1*0MtFBmm6L2WVM04qCJOZP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6064" y="2723536"/>
            <a:ext cx="6685935" cy="4134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466" y="1060857"/>
            <a:ext cx="6947719" cy="1890902"/>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“If you have class B inherits from class A then class A should be replaced by class B without any changes ”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a:t>
            </a:r>
            <a:r>
              <a:rPr lang="en-US" sz="2800" b="1" kern="0" dirty="0" err="1">
                <a:solidFill>
                  <a:prstClr val="white"/>
                </a:solidFill>
                <a:latin typeface="+mn-lt"/>
              </a:rPr>
              <a:t>Liskov</a:t>
            </a:r>
            <a:r>
              <a:rPr lang="en-US" sz="2800" b="1" kern="0" dirty="0">
                <a:solidFill>
                  <a:prstClr val="white"/>
                </a:solidFill>
                <a:latin typeface="+mn-lt"/>
              </a:rPr>
              <a:t> Substitution Principle</a:t>
            </a:r>
            <a:endParaRPr lang="en-US" sz="2800" b="1" kern="0" dirty="0">
              <a:solidFill>
                <a:prstClr val="white"/>
              </a:solidFill>
              <a:latin typeface="+mn-lt"/>
            </a:endParaRPr>
          </a:p>
        </p:txBody>
      </p:sp>
      <p:pic>
        <p:nvPicPr>
          <p:cNvPr id="2" name="Picture 2" descr="https://miro.medium.com/max/700/1*yKk2XKJaCLNlDxQMx1r55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4281" y="751300"/>
            <a:ext cx="6947719" cy="610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326" y="1180170"/>
            <a:ext cx="6489292" cy="1903726"/>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“Clients should not be forced to depend on methods they don’t use” </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Avoid fat interface </a:t>
            </a:r>
            <a:endParaRPr lang="en-US" sz="2400" spc="-5" dirty="0">
              <a:solidFill>
                <a:schemeClr val="tx2">
                  <a:lumMod val="50000"/>
                </a:schemeClr>
              </a:solidFill>
              <a:cs typeface="Calibri" panose="020F0502020204030204"/>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Interface Segregation Principle</a:t>
            </a:r>
            <a:endParaRPr lang="en-US" sz="2800" b="1" kern="0" dirty="0">
              <a:solidFill>
                <a:prstClr val="white"/>
              </a:solidFill>
              <a:latin typeface="+mn-lt"/>
            </a:endParaRPr>
          </a:p>
        </p:txBody>
      </p:sp>
      <p:pic>
        <p:nvPicPr>
          <p:cNvPr id="2" name="Picture 2" descr="https://miro.medium.com/max/700/1*2hmyR9L43Vm64MYxj4Y89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5795" y="751300"/>
            <a:ext cx="7256206" cy="6106699"/>
          </a:xfrm>
          <a:prstGeom prst="rect">
            <a:avLst/>
          </a:prstGeom>
          <a:noFill/>
          <a:extLst>
            <a:ext uri="{909E8E84-426E-40DD-AFC4-6F175D3DCCD1}">
              <a14:hiddenFill xmlns:a14="http://schemas.microsoft.com/office/drawing/2010/main">
                <a:solidFill>
                  <a:srgbClr val="FFFFFF"/>
                </a:solidFill>
              </a14:hiddenFill>
            </a:ext>
          </a:extLst>
        </p:spPr>
      </p:pic>
      <p:pic>
        <p:nvPicPr>
          <p:cNvPr id="4" name="object 8"/>
          <p:cNvPicPr/>
          <p:nvPr/>
        </p:nvPicPr>
        <p:blipFill>
          <a:blip r:embed="rId3" cstate="print"/>
          <a:stretch>
            <a:fillRect/>
          </a:stretch>
        </p:blipFill>
        <p:spPr>
          <a:xfrm>
            <a:off x="1060602" y="2743941"/>
            <a:ext cx="215885" cy="2158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051025"/>
            <a:ext cx="6351640" cy="1890902"/>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“High level module should not depend upon low level modules , both should depend upon abstractions ”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Dependency Inversion Principle</a:t>
            </a:r>
            <a:endParaRPr lang="en-US" sz="2800" b="1" kern="0" dirty="0">
              <a:solidFill>
                <a:prstClr val="white"/>
              </a:solidFill>
              <a:latin typeface="+mn-lt"/>
            </a:endParaRPr>
          </a:p>
        </p:txBody>
      </p:sp>
      <p:pic>
        <p:nvPicPr>
          <p:cNvPr id="2" name="Picture 2" descr="https://miro.medium.com/max/700/1*Qk8tDmjQlyvwKxNTfXIo0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0761" y="751300"/>
            <a:ext cx="6961239" cy="610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9776208" cy="561385"/>
          </a:xfrm>
          <a:prstGeom prst="rect">
            <a:avLst/>
          </a:prstGeom>
        </p:spPr>
        <p:txBody>
          <a:bodyPr vert="horz" wrap="square" lIns="0" tIns="7316" rIns="0" bIns="0" rtlCol="0">
            <a:spAutoFit/>
          </a:bodyPr>
          <a:lstStyle/>
          <a:p>
            <a:pPr marL="7620">
              <a:spcBef>
                <a:spcPts val="60"/>
              </a:spcBef>
              <a:tabLst>
                <a:tab pos="946785" algn="l"/>
                <a:tab pos="1315720" algn="l"/>
              </a:tabLst>
            </a:pPr>
            <a:r>
              <a:rPr lang="en-US" sz="3600" dirty="0">
                <a:latin typeface="Arial" panose="020B0604020202020204" pitchFamily="34" charset="0"/>
                <a:cs typeface="Arial" panose="020B0604020202020204" pitchFamily="34" charset="0"/>
              </a:rPr>
              <a:t>Design Patterns</a:t>
            </a:r>
            <a:endParaRPr sz="3600" dirty="0">
              <a:latin typeface="Arial" panose="020B0604020202020204" pitchFamily="34" charset="0"/>
              <a:cs typeface="Arial" panose="020B0604020202020204" pitchFamily="34" charset="0"/>
            </a:endParaRPr>
          </a:p>
        </p:txBody>
      </p:sp>
      <p:sp>
        <p:nvSpPr>
          <p:cNvPr id="4" name="object 4"/>
          <p:cNvSpPr/>
          <p:nvPr/>
        </p:nvSpPr>
        <p:spPr>
          <a:xfrm>
            <a:off x="960305" y="1817589"/>
            <a:ext cx="10196051" cy="3836350"/>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5" name="object 5"/>
          <p:cNvSpPr txBox="1"/>
          <p:nvPr/>
        </p:nvSpPr>
        <p:spPr>
          <a:xfrm>
            <a:off x="1599798" y="2223771"/>
            <a:ext cx="9086145" cy="3023987"/>
          </a:xfrm>
          <a:prstGeom prst="rect">
            <a:avLst/>
          </a:prstGeom>
        </p:spPr>
        <p:txBody>
          <a:bodyPr vert="horz" wrap="square" lIns="0" tIns="7701"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is not code. It is in fact an approach or </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 a model that can be used to solve a problem.</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Patterns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are about design and interaction of</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objects and they provide reusable solutions for solving common  design problems.</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consists of various co-operating objects  (classes, relationships, </a:t>
            </a:r>
            <a:r>
              <a:rPr kumimoji="0" lang="en-US" sz="2800" b="0" i="0" u="none" strike="noStrike" kern="1200" cap="none" spc="0" normalizeH="0" baseline="0" noProof="0" dirty="0" err="1">
                <a:ln>
                  <a:noFill/>
                </a:ln>
                <a:solidFill>
                  <a:schemeClr val="accent1">
                    <a:lumMod val="50000"/>
                  </a:schemeClr>
                </a:solidFill>
                <a:effectLst/>
                <a:uLnTx/>
                <a:uFillTx/>
                <a:latin typeface="Calibri" panose="020F0502020204030204"/>
                <a:ea typeface="+mn-ea"/>
                <a:cs typeface="+mn-cs"/>
              </a:rPr>
              <a:t>etc</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grpSp>
        <p:nvGrpSpPr>
          <p:cNvPr id="6" name="object 6"/>
          <p:cNvGrpSpPr/>
          <p:nvPr/>
        </p:nvGrpSpPr>
        <p:grpSpPr>
          <a:xfrm>
            <a:off x="17984" y="1097809"/>
            <a:ext cx="1884641" cy="1845742"/>
            <a:chOff x="3529667" y="2155934"/>
            <a:chExt cx="5311140" cy="3434715"/>
          </a:xfrm>
        </p:grpSpPr>
        <p:pic>
          <p:nvPicPr>
            <p:cNvPr id="7" name="object 7"/>
            <p:cNvPicPr/>
            <p:nvPr/>
          </p:nvPicPr>
          <p:blipFill>
            <a:blip r:embed="rId2" cstate="print"/>
            <a:stretch>
              <a:fillRect/>
            </a:stretch>
          </p:blipFill>
          <p:spPr>
            <a:xfrm>
              <a:off x="3529667" y="2155934"/>
              <a:ext cx="5310807" cy="3434238"/>
            </a:xfrm>
            <a:prstGeom prst="rect">
              <a:avLst/>
            </a:prstGeom>
          </p:spPr>
        </p:pic>
        <p:pic>
          <p:nvPicPr>
            <p:cNvPr id="8" name="object 8"/>
            <p:cNvPicPr/>
            <p:nvPr/>
          </p:nvPicPr>
          <p:blipFill>
            <a:blip r:embed="rId3" cstate="print"/>
            <a:stretch>
              <a:fillRect/>
            </a:stretch>
          </p:blipFill>
          <p:spPr>
            <a:xfrm>
              <a:off x="4378772" y="2743592"/>
              <a:ext cx="3612598" cy="1736031"/>
            </a:xfrm>
            <a:prstGeom prst="rect">
              <a:avLst/>
            </a:prstGeom>
          </p:spPr>
        </p:pic>
      </p:grpSp>
      <p:sp>
        <p:nvSpPr>
          <p:cNvPr id="9" name="object 9"/>
          <p:cNvSpPr txBox="1"/>
          <p:nvPr/>
        </p:nvSpPr>
        <p:spPr>
          <a:xfrm rot="21000000">
            <a:off x="809229" y="1634468"/>
            <a:ext cx="1393657" cy="324576"/>
          </a:xfrm>
          <a:prstGeom prst="rect">
            <a:avLst/>
          </a:prstGeom>
        </p:spPr>
        <p:txBody>
          <a:bodyPr vert="horz" wrap="square" lIns="0" tIns="0" rIns="0" bIns="0" rtlCol="0">
            <a:spAutoFit/>
          </a:bodyPr>
          <a:lstStyle/>
          <a:p>
            <a:pPr defTabSz="554355">
              <a:lnSpc>
                <a:spcPts val="2500"/>
              </a:lnSpc>
            </a:pPr>
            <a:r>
              <a:rPr lang="en-US" sz="2485" b="1" kern="0" spc="-182" dirty="0">
                <a:solidFill>
                  <a:srgbClr val="FAFBFB"/>
                </a:solidFill>
                <a:latin typeface="Calibri" panose="020F0502020204030204"/>
                <a:cs typeface="Calibri" panose="020F0502020204030204"/>
              </a:rPr>
              <a:t>DP</a:t>
            </a:r>
            <a:endParaRPr sz="2485" kern="0" dirty="0">
              <a:solidFill>
                <a:sysClr val="windowText" lastClr="000000"/>
              </a:solidFill>
              <a:latin typeface="Calibri" panose="020F0502020204030204"/>
              <a:cs typeface="Calibri" panose="020F0502020204030204"/>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1120" y="5175464"/>
            <a:ext cx="2754975" cy="14463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07602" y="1449930"/>
            <a:ext cx="4072187" cy="3992972"/>
            <a:chOff x="6327836" y="2893680"/>
            <a:chExt cx="6371190" cy="6538966"/>
          </a:xfrm>
        </p:grpSpPr>
        <p:sp>
          <p:nvSpPr>
            <p:cNvPr id="3" name="object 3"/>
            <p:cNvSpPr/>
            <p:nvPr/>
          </p:nvSpPr>
          <p:spPr>
            <a:xfrm>
              <a:off x="10837879" y="2980505"/>
              <a:ext cx="1706245" cy="1051560"/>
            </a:xfrm>
            <a:custGeom>
              <a:avLst/>
              <a:gdLst/>
              <a:ahLst/>
              <a:cxnLst/>
              <a:rect l="l" t="t" r="r" b="b"/>
              <a:pathLst>
                <a:path w="1706245" h="1051560">
                  <a:moveTo>
                    <a:pt x="0" y="1050978"/>
                  </a:moveTo>
                  <a:lnTo>
                    <a:pt x="27700" y="1005724"/>
                  </a:lnTo>
                  <a:lnTo>
                    <a:pt x="56006" y="961458"/>
                  </a:lnTo>
                  <a:lnTo>
                    <a:pt x="84919" y="918180"/>
                  </a:lnTo>
                  <a:lnTo>
                    <a:pt x="114437" y="875890"/>
                  </a:lnTo>
                  <a:lnTo>
                    <a:pt x="144561" y="834589"/>
                  </a:lnTo>
                  <a:lnTo>
                    <a:pt x="175291" y="794275"/>
                  </a:lnTo>
                  <a:lnTo>
                    <a:pt x="206627" y="754949"/>
                  </a:lnTo>
                  <a:lnTo>
                    <a:pt x="238569" y="716612"/>
                  </a:lnTo>
                  <a:lnTo>
                    <a:pt x="271117" y="679262"/>
                  </a:lnTo>
                  <a:lnTo>
                    <a:pt x="304270" y="642901"/>
                  </a:lnTo>
                  <a:lnTo>
                    <a:pt x="338030" y="607527"/>
                  </a:lnTo>
                  <a:lnTo>
                    <a:pt x="372395" y="573142"/>
                  </a:lnTo>
                  <a:lnTo>
                    <a:pt x="407367" y="539744"/>
                  </a:lnTo>
                  <a:lnTo>
                    <a:pt x="442944" y="507335"/>
                  </a:lnTo>
                  <a:lnTo>
                    <a:pt x="479127" y="475914"/>
                  </a:lnTo>
                  <a:lnTo>
                    <a:pt x="515916" y="445481"/>
                  </a:lnTo>
                  <a:lnTo>
                    <a:pt x="553311" y="416035"/>
                  </a:lnTo>
                  <a:lnTo>
                    <a:pt x="591312" y="387578"/>
                  </a:lnTo>
                  <a:lnTo>
                    <a:pt x="629919" y="360109"/>
                  </a:lnTo>
                  <a:lnTo>
                    <a:pt x="669132" y="333628"/>
                  </a:lnTo>
                  <a:lnTo>
                    <a:pt x="708951" y="308135"/>
                  </a:lnTo>
                  <a:lnTo>
                    <a:pt x="749375" y="283631"/>
                  </a:lnTo>
                  <a:lnTo>
                    <a:pt x="790406" y="260114"/>
                  </a:lnTo>
                  <a:lnTo>
                    <a:pt x="832042" y="237585"/>
                  </a:lnTo>
                  <a:lnTo>
                    <a:pt x="874284" y="216044"/>
                  </a:lnTo>
                  <a:lnTo>
                    <a:pt x="917133" y="195492"/>
                  </a:lnTo>
                  <a:lnTo>
                    <a:pt x="960587" y="175927"/>
                  </a:lnTo>
                  <a:lnTo>
                    <a:pt x="1004647" y="157350"/>
                  </a:lnTo>
                  <a:lnTo>
                    <a:pt x="1049313" y="139762"/>
                  </a:lnTo>
                  <a:lnTo>
                    <a:pt x="1094584" y="123161"/>
                  </a:lnTo>
                  <a:lnTo>
                    <a:pt x="1140462" y="107549"/>
                  </a:lnTo>
                  <a:lnTo>
                    <a:pt x="1186946" y="92925"/>
                  </a:lnTo>
                  <a:lnTo>
                    <a:pt x="1234035" y="79288"/>
                  </a:lnTo>
                  <a:lnTo>
                    <a:pt x="1281731" y="66640"/>
                  </a:lnTo>
                  <a:lnTo>
                    <a:pt x="1330032" y="54980"/>
                  </a:lnTo>
                  <a:lnTo>
                    <a:pt x="1378940" y="44308"/>
                  </a:lnTo>
                  <a:lnTo>
                    <a:pt x="1428453" y="34624"/>
                  </a:lnTo>
                  <a:lnTo>
                    <a:pt x="1478572" y="25928"/>
                  </a:lnTo>
                  <a:lnTo>
                    <a:pt x="1529297" y="18220"/>
                  </a:lnTo>
                  <a:lnTo>
                    <a:pt x="1580628" y="11500"/>
                  </a:lnTo>
                  <a:lnTo>
                    <a:pt x="1632565" y="5768"/>
                  </a:lnTo>
                  <a:lnTo>
                    <a:pt x="1685107" y="1024"/>
                  </a:lnTo>
                  <a:lnTo>
                    <a:pt x="1706026" y="0"/>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4" name="object 4"/>
            <p:cNvSpPr/>
            <p:nvPr/>
          </p:nvSpPr>
          <p:spPr>
            <a:xfrm>
              <a:off x="12518686" y="2893680"/>
              <a:ext cx="180340" cy="175895"/>
            </a:xfrm>
            <a:custGeom>
              <a:avLst/>
              <a:gdLst/>
              <a:ahLst/>
              <a:cxnLst/>
              <a:rect l="l" t="t" r="r" b="b"/>
              <a:pathLst>
                <a:path w="180340" h="175894">
                  <a:moveTo>
                    <a:pt x="0" y="0"/>
                  </a:moveTo>
                  <a:lnTo>
                    <a:pt x="8607" y="175699"/>
                  </a:lnTo>
                  <a:lnTo>
                    <a:pt x="180004" y="79241"/>
                  </a:lnTo>
                  <a:lnTo>
                    <a:pt x="0"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sp>
          <p:nvSpPr>
            <p:cNvPr id="5" name="object 5"/>
            <p:cNvSpPr/>
            <p:nvPr/>
          </p:nvSpPr>
          <p:spPr>
            <a:xfrm>
              <a:off x="6327836" y="5711546"/>
              <a:ext cx="3729354" cy="3721100"/>
            </a:xfrm>
            <a:custGeom>
              <a:avLst/>
              <a:gdLst/>
              <a:ahLst/>
              <a:cxnLst/>
              <a:rect l="l" t="t" r="r" b="b"/>
              <a:pathLst>
                <a:path w="3729354" h="3721100">
                  <a:moveTo>
                    <a:pt x="2087882" y="3708400"/>
                  </a:moveTo>
                  <a:lnTo>
                    <a:pt x="1641370" y="3708400"/>
                  </a:lnTo>
                  <a:lnTo>
                    <a:pt x="1685897" y="3721100"/>
                  </a:lnTo>
                  <a:lnTo>
                    <a:pt x="2043355" y="3721100"/>
                  </a:lnTo>
                  <a:lnTo>
                    <a:pt x="2087882" y="3708400"/>
                  </a:lnTo>
                  <a:close/>
                </a:path>
                <a:path w="3729354" h="3721100">
                  <a:moveTo>
                    <a:pt x="2176605" y="3695700"/>
                  </a:moveTo>
                  <a:lnTo>
                    <a:pt x="1552648" y="3695700"/>
                  </a:lnTo>
                  <a:lnTo>
                    <a:pt x="1596947" y="3708400"/>
                  </a:lnTo>
                  <a:lnTo>
                    <a:pt x="2132305" y="3708400"/>
                  </a:lnTo>
                  <a:lnTo>
                    <a:pt x="2176605" y="3695700"/>
                  </a:lnTo>
                  <a:close/>
                </a:path>
                <a:path w="3729354" h="3721100">
                  <a:moveTo>
                    <a:pt x="2264747" y="38100"/>
                  </a:moveTo>
                  <a:lnTo>
                    <a:pt x="1464505" y="38100"/>
                  </a:lnTo>
                  <a:lnTo>
                    <a:pt x="1205214" y="114300"/>
                  </a:lnTo>
                  <a:lnTo>
                    <a:pt x="1162965" y="139700"/>
                  </a:lnTo>
                  <a:lnTo>
                    <a:pt x="1079483" y="165100"/>
                  </a:lnTo>
                  <a:lnTo>
                    <a:pt x="997491" y="215900"/>
                  </a:lnTo>
                  <a:lnTo>
                    <a:pt x="957107" y="228600"/>
                  </a:lnTo>
                  <a:lnTo>
                    <a:pt x="877663" y="279400"/>
                  </a:lnTo>
                  <a:lnTo>
                    <a:pt x="800124" y="330200"/>
                  </a:lnTo>
                  <a:lnTo>
                    <a:pt x="724657" y="381000"/>
                  </a:lnTo>
                  <a:lnTo>
                    <a:pt x="687751" y="419100"/>
                  </a:lnTo>
                  <a:lnTo>
                    <a:pt x="651426" y="444500"/>
                  </a:lnTo>
                  <a:lnTo>
                    <a:pt x="615701" y="482600"/>
                  </a:lnTo>
                  <a:lnTo>
                    <a:pt x="580597" y="508000"/>
                  </a:lnTo>
                  <a:lnTo>
                    <a:pt x="546136" y="546100"/>
                  </a:lnTo>
                  <a:lnTo>
                    <a:pt x="512536" y="584200"/>
                  </a:lnTo>
                  <a:lnTo>
                    <a:pt x="480002" y="609600"/>
                  </a:lnTo>
                  <a:lnTo>
                    <a:pt x="448535" y="647700"/>
                  </a:lnTo>
                  <a:lnTo>
                    <a:pt x="418135" y="685800"/>
                  </a:lnTo>
                  <a:lnTo>
                    <a:pt x="388802" y="723900"/>
                  </a:lnTo>
                  <a:lnTo>
                    <a:pt x="360535" y="762000"/>
                  </a:lnTo>
                  <a:lnTo>
                    <a:pt x="333335" y="800100"/>
                  </a:lnTo>
                  <a:lnTo>
                    <a:pt x="307201" y="838200"/>
                  </a:lnTo>
                  <a:lnTo>
                    <a:pt x="282134" y="876300"/>
                  </a:lnTo>
                  <a:lnTo>
                    <a:pt x="258134" y="914400"/>
                  </a:lnTo>
                  <a:lnTo>
                    <a:pt x="235201" y="952500"/>
                  </a:lnTo>
                  <a:lnTo>
                    <a:pt x="213334" y="990600"/>
                  </a:lnTo>
                  <a:lnTo>
                    <a:pt x="192534" y="1041400"/>
                  </a:lnTo>
                  <a:lnTo>
                    <a:pt x="172801" y="1079500"/>
                  </a:lnTo>
                  <a:lnTo>
                    <a:pt x="154134" y="1117600"/>
                  </a:lnTo>
                  <a:lnTo>
                    <a:pt x="136534" y="1155700"/>
                  </a:lnTo>
                  <a:lnTo>
                    <a:pt x="120000" y="1206500"/>
                  </a:lnTo>
                  <a:lnTo>
                    <a:pt x="104533" y="1244600"/>
                  </a:lnTo>
                  <a:lnTo>
                    <a:pt x="90133" y="1282700"/>
                  </a:lnTo>
                  <a:lnTo>
                    <a:pt x="76800" y="1333500"/>
                  </a:lnTo>
                  <a:lnTo>
                    <a:pt x="64533" y="1371600"/>
                  </a:lnTo>
                  <a:lnTo>
                    <a:pt x="53333" y="1422400"/>
                  </a:lnTo>
                  <a:lnTo>
                    <a:pt x="43200" y="1460500"/>
                  </a:lnTo>
                  <a:lnTo>
                    <a:pt x="34133" y="1511300"/>
                  </a:lnTo>
                  <a:lnTo>
                    <a:pt x="26133" y="1549400"/>
                  </a:lnTo>
                  <a:lnTo>
                    <a:pt x="19200" y="1600200"/>
                  </a:lnTo>
                  <a:lnTo>
                    <a:pt x="13333" y="1638300"/>
                  </a:lnTo>
                  <a:lnTo>
                    <a:pt x="8533" y="1689100"/>
                  </a:lnTo>
                  <a:lnTo>
                    <a:pt x="4800" y="1727200"/>
                  </a:lnTo>
                  <a:lnTo>
                    <a:pt x="2133" y="1778000"/>
                  </a:lnTo>
                  <a:lnTo>
                    <a:pt x="533" y="1816100"/>
                  </a:lnTo>
                  <a:lnTo>
                    <a:pt x="0" y="1866900"/>
                  </a:lnTo>
                  <a:lnTo>
                    <a:pt x="533" y="1905000"/>
                  </a:lnTo>
                  <a:lnTo>
                    <a:pt x="2133" y="1955800"/>
                  </a:lnTo>
                  <a:lnTo>
                    <a:pt x="4800" y="1993900"/>
                  </a:lnTo>
                  <a:lnTo>
                    <a:pt x="8533" y="2044700"/>
                  </a:lnTo>
                  <a:lnTo>
                    <a:pt x="13333" y="2082800"/>
                  </a:lnTo>
                  <a:lnTo>
                    <a:pt x="19200" y="2133600"/>
                  </a:lnTo>
                  <a:lnTo>
                    <a:pt x="26133" y="2171700"/>
                  </a:lnTo>
                  <a:lnTo>
                    <a:pt x="34133" y="2222500"/>
                  </a:lnTo>
                  <a:lnTo>
                    <a:pt x="43200" y="2260600"/>
                  </a:lnTo>
                  <a:lnTo>
                    <a:pt x="53333" y="2311400"/>
                  </a:lnTo>
                  <a:lnTo>
                    <a:pt x="64533" y="2349500"/>
                  </a:lnTo>
                  <a:lnTo>
                    <a:pt x="76800" y="2387600"/>
                  </a:lnTo>
                  <a:lnTo>
                    <a:pt x="90133" y="2438400"/>
                  </a:lnTo>
                  <a:lnTo>
                    <a:pt x="104533" y="2476500"/>
                  </a:lnTo>
                  <a:lnTo>
                    <a:pt x="120000" y="2527300"/>
                  </a:lnTo>
                  <a:lnTo>
                    <a:pt x="136534" y="2565400"/>
                  </a:lnTo>
                  <a:lnTo>
                    <a:pt x="154134" y="2603500"/>
                  </a:lnTo>
                  <a:lnTo>
                    <a:pt x="172801" y="2654300"/>
                  </a:lnTo>
                  <a:lnTo>
                    <a:pt x="192534" y="2692400"/>
                  </a:lnTo>
                  <a:lnTo>
                    <a:pt x="213334" y="2730500"/>
                  </a:lnTo>
                  <a:lnTo>
                    <a:pt x="235201" y="2768600"/>
                  </a:lnTo>
                  <a:lnTo>
                    <a:pt x="258134" y="2806700"/>
                  </a:lnTo>
                  <a:lnTo>
                    <a:pt x="282134" y="2844800"/>
                  </a:lnTo>
                  <a:lnTo>
                    <a:pt x="307201" y="2882900"/>
                  </a:lnTo>
                  <a:lnTo>
                    <a:pt x="333335" y="2921000"/>
                  </a:lnTo>
                  <a:lnTo>
                    <a:pt x="360535" y="2959100"/>
                  </a:lnTo>
                  <a:lnTo>
                    <a:pt x="388802" y="2997200"/>
                  </a:lnTo>
                  <a:lnTo>
                    <a:pt x="418135" y="3035300"/>
                  </a:lnTo>
                  <a:lnTo>
                    <a:pt x="448535" y="3073400"/>
                  </a:lnTo>
                  <a:lnTo>
                    <a:pt x="480002" y="3111500"/>
                  </a:lnTo>
                  <a:lnTo>
                    <a:pt x="512536" y="3149600"/>
                  </a:lnTo>
                  <a:lnTo>
                    <a:pt x="546136" y="3175000"/>
                  </a:lnTo>
                  <a:lnTo>
                    <a:pt x="580597" y="3213100"/>
                  </a:lnTo>
                  <a:lnTo>
                    <a:pt x="615701" y="3251200"/>
                  </a:lnTo>
                  <a:lnTo>
                    <a:pt x="651426" y="3276600"/>
                  </a:lnTo>
                  <a:lnTo>
                    <a:pt x="687751" y="3314700"/>
                  </a:lnTo>
                  <a:lnTo>
                    <a:pt x="724657" y="3340100"/>
                  </a:lnTo>
                  <a:lnTo>
                    <a:pt x="762121" y="3365500"/>
                  </a:lnTo>
                  <a:lnTo>
                    <a:pt x="838645" y="3416300"/>
                  </a:lnTo>
                  <a:lnTo>
                    <a:pt x="917157" y="3467100"/>
                  </a:lnTo>
                  <a:lnTo>
                    <a:pt x="997491" y="3517900"/>
                  </a:lnTo>
                  <a:lnTo>
                    <a:pt x="1038290" y="3530600"/>
                  </a:lnTo>
                  <a:lnTo>
                    <a:pt x="1079483" y="3556000"/>
                  </a:lnTo>
                  <a:lnTo>
                    <a:pt x="1121048" y="3568700"/>
                  </a:lnTo>
                  <a:lnTo>
                    <a:pt x="1162965" y="3594100"/>
                  </a:lnTo>
                  <a:lnTo>
                    <a:pt x="1508494" y="3695700"/>
                  </a:lnTo>
                  <a:lnTo>
                    <a:pt x="2220759" y="3695700"/>
                  </a:lnTo>
                  <a:lnTo>
                    <a:pt x="2566287" y="3594100"/>
                  </a:lnTo>
                  <a:lnTo>
                    <a:pt x="2608204" y="3568700"/>
                  </a:lnTo>
                  <a:lnTo>
                    <a:pt x="2649770" y="3556000"/>
                  </a:lnTo>
                  <a:lnTo>
                    <a:pt x="2690962" y="3530600"/>
                  </a:lnTo>
                  <a:lnTo>
                    <a:pt x="2731761" y="3517900"/>
                  </a:lnTo>
                  <a:lnTo>
                    <a:pt x="2812096" y="3467100"/>
                  </a:lnTo>
                  <a:lnTo>
                    <a:pt x="2890608" y="3416300"/>
                  </a:lnTo>
                  <a:lnTo>
                    <a:pt x="2967131" y="3365500"/>
                  </a:lnTo>
                  <a:lnTo>
                    <a:pt x="3004596" y="3340100"/>
                  </a:lnTo>
                  <a:lnTo>
                    <a:pt x="3041501" y="3314700"/>
                  </a:lnTo>
                  <a:lnTo>
                    <a:pt x="3077827" y="3276600"/>
                  </a:lnTo>
                  <a:lnTo>
                    <a:pt x="3113552" y="3251200"/>
                  </a:lnTo>
                  <a:lnTo>
                    <a:pt x="3148655" y="3213100"/>
                  </a:lnTo>
                  <a:lnTo>
                    <a:pt x="3183116" y="3175000"/>
                  </a:lnTo>
                  <a:lnTo>
                    <a:pt x="3216717" y="3149600"/>
                  </a:lnTo>
                  <a:lnTo>
                    <a:pt x="3249250" y="3111500"/>
                  </a:lnTo>
                  <a:lnTo>
                    <a:pt x="3280717" y="3073400"/>
                  </a:lnTo>
                  <a:lnTo>
                    <a:pt x="3311117" y="3035300"/>
                  </a:lnTo>
                  <a:lnTo>
                    <a:pt x="3340451" y="2997200"/>
                  </a:lnTo>
                  <a:lnTo>
                    <a:pt x="3368718" y="2959100"/>
                  </a:lnTo>
                  <a:lnTo>
                    <a:pt x="3395918" y="2921000"/>
                  </a:lnTo>
                  <a:lnTo>
                    <a:pt x="3422051" y="2882900"/>
                  </a:lnTo>
                  <a:lnTo>
                    <a:pt x="3447118" y="2844800"/>
                  </a:lnTo>
                  <a:lnTo>
                    <a:pt x="3471118" y="2806700"/>
                  </a:lnTo>
                  <a:lnTo>
                    <a:pt x="3494052" y="2768600"/>
                  </a:lnTo>
                  <a:lnTo>
                    <a:pt x="3515918" y="2730500"/>
                  </a:lnTo>
                  <a:lnTo>
                    <a:pt x="3536719" y="2692400"/>
                  </a:lnTo>
                  <a:lnTo>
                    <a:pt x="3556452" y="2654300"/>
                  </a:lnTo>
                  <a:lnTo>
                    <a:pt x="3575119" y="2603500"/>
                  </a:lnTo>
                  <a:lnTo>
                    <a:pt x="3592719" y="2565400"/>
                  </a:lnTo>
                  <a:lnTo>
                    <a:pt x="3609252" y="2527300"/>
                  </a:lnTo>
                  <a:lnTo>
                    <a:pt x="3624719" y="2476500"/>
                  </a:lnTo>
                  <a:lnTo>
                    <a:pt x="3639119" y="2438400"/>
                  </a:lnTo>
                  <a:lnTo>
                    <a:pt x="3652453" y="2387600"/>
                  </a:lnTo>
                  <a:lnTo>
                    <a:pt x="3664719" y="2349500"/>
                  </a:lnTo>
                  <a:lnTo>
                    <a:pt x="3675919" y="2311400"/>
                  </a:lnTo>
                  <a:lnTo>
                    <a:pt x="3686053" y="2260600"/>
                  </a:lnTo>
                  <a:lnTo>
                    <a:pt x="3695119" y="2222500"/>
                  </a:lnTo>
                  <a:lnTo>
                    <a:pt x="3703119" y="2171700"/>
                  </a:lnTo>
                  <a:lnTo>
                    <a:pt x="3710053" y="2133600"/>
                  </a:lnTo>
                  <a:lnTo>
                    <a:pt x="3715920" y="2082800"/>
                  </a:lnTo>
                  <a:lnTo>
                    <a:pt x="3720720" y="2044700"/>
                  </a:lnTo>
                  <a:lnTo>
                    <a:pt x="3724453" y="1993900"/>
                  </a:lnTo>
                  <a:lnTo>
                    <a:pt x="3727120" y="1955800"/>
                  </a:lnTo>
                  <a:lnTo>
                    <a:pt x="3728720" y="1905000"/>
                  </a:lnTo>
                  <a:lnTo>
                    <a:pt x="3729253" y="1866900"/>
                  </a:lnTo>
                  <a:lnTo>
                    <a:pt x="3728720" y="1816100"/>
                  </a:lnTo>
                  <a:lnTo>
                    <a:pt x="3727120" y="1778000"/>
                  </a:lnTo>
                  <a:lnTo>
                    <a:pt x="3724453" y="1727200"/>
                  </a:lnTo>
                  <a:lnTo>
                    <a:pt x="3720720" y="1689100"/>
                  </a:lnTo>
                  <a:lnTo>
                    <a:pt x="3715920" y="1638300"/>
                  </a:lnTo>
                  <a:lnTo>
                    <a:pt x="3710053" y="1600200"/>
                  </a:lnTo>
                  <a:lnTo>
                    <a:pt x="3703119" y="1549400"/>
                  </a:lnTo>
                  <a:lnTo>
                    <a:pt x="3695119" y="1511300"/>
                  </a:lnTo>
                  <a:lnTo>
                    <a:pt x="3686053" y="1460500"/>
                  </a:lnTo>
                  <a:lnTo>
                    <a:pt x="3675919" y="1422400"/>
                  </a:lnTo>
                  <a:lnTo>
                    <a:pt x="3664719" y="1371600"/>
                  </a:lnTo>
                  <a:lnTo>
                    <a:pt x="3652453" y="1333500"/>
                  </a:lnTo>
                  <a:lnTo>
                    <a:pt x="3639119" y="1282700"/>
                  </a:lnTo>
                  <a:lnTo>
                    <a:pt x="3624719" y="1244600"/>
                  </a:lnTo>
                  <a:lnTo>
                    <a:pt x="3609252" y="1206500"/>
                  </a:lnTo>
                  <a:lnTo>
                    <a:pt x="3592719" y="1155700"/>
                  </a:lnTo>
                  <a:lnTo>
                    <a:pt x="3575119" y="1117600"/>
                  </a:lnTo>
                  <a:lnTo>
                    <a:pt x="3556452" y="1079500"/>
                  </a:lnTo>
                  <a:lnTo>
                    <a:pt x="3536719" y="1041400"/>
                  </a:lnTo>
                  <a:lnTo>
                    <a:pt x="3515918" y="990600"/>
                  </a:lnTo>
                  <a:lnTo>
                    <a:pt x="3494052" y="952500"/>
                  </a:lnTo>
                  <a:lnTo>
                    <a:pt x="3471118" y="914400"/>
                  </a:lnTo>
                  <a:lnTo>
                    <a:pt x="3447118" y="876300"/>
                  </a:lnTo>
                  <a:lnTo>
                    <a:pt x="3422051" y="838200"/>
                  </a:lnTo>
                  <a:lnTo>
                    <a:pt x="3395918" y="800100"/>
                  </a:lnTo>
                  <a:lnTo>
                    <a:pt x="3368718" y="762000"/>
                  </a:lnTo>
                  <a:lnTo>
                    <a:pt x="3340451" y="723900"/>
                  </a:lnTo>
                  <a:lnTo>
                    <a:pt x="3311117" y="685800"/>
                  </a:lnTo>
                  <a:lnTo>
                    <a:pt x="3280717" y="647700"/>
                  </a:lnTo>
                  <a:lnTo>
                    <a:pt x="3249250" y="609600"/>
                  </a:lnTo>
                  <a:lnTo>
                    <a:pt x="3216717" y="584200"/>
                  </a:lnTo>
                  <a:lnTo>
                    <a:pt x="3183116" y="546100"/>
                  </a:lnTo>
                  <a:lnTo>
                    <a:pt x="3148655" y="508000"/>
                  </a:lnTo>
                  <a:lnTo>
                    <a:pt x="3113552" y="482600"/>
                  </a:lnTo>
                  <a:lnTo>
                    <a:pt x="3077827" y="444500"/>
                  </a:lnTo>
                  <a:lnTo>
                    <a:pt x="3041501" y="419100"/>
                  </a:lnTo>
                  <a:lnTo>
                    <a:pt x="3004596" y="381000"/>
                  </a:lnTo>
                  <a:lnTo>
                    <a:pt x="2929128" y="330200"/>
                  </a:lnTo>
                  <a:lnTo>
                    <a:pt x="2851590" y="279400"/>
                  </a:lnTo>
                  <a:lnTo>
                    <a:pt x="2772146" y="228600"/>
                  </a:lnTo>
                  <a:lnTo>
                    <a:pt x="2731761" y="215900"/>
                  </a:lnTo>
                  <a:lnTo>
                    <a:pt x="2649770" y="165100"/>
                  </a:lnTo>
                  <a:lnTo>
                    <a:pt x="2566287" y="139700"/>
                  </a:lnTo>
                  <a:lnTo>
                    <a:pt x="2524038" y="114300"/>
                  </a:lnTo>
                  <a:lnTo>
                    <a:pt x="2264747" y="38100"/>
                  </a:lnTo>
                  <a:close/>
                </a:path>
                <a:path w="3729354" h="3721100">
                  <a:moveTo>
                    <a:pt x="2132305" y="12700"/>
                  </a:moveTo>
                  <a:lnTo>
                    <a:pt x="1596947" y="12700"/>
                  </a:lnTo>
                  <a:lnTo>
                    <a:pt x="1508494" y="38100"/>
                  </a:lnTo>
                  <a:lnTo>
                    <a:pt x="2220759" y="38100"/>
                  </a:lnTo>
                  <a:lnTo>
                    <a:pt x="2132305" y="12700"/>
                  </a:lnTo>
                  <a:close/>
                </a:path>
                <a:path w="3729354" h="3721100">
                  <a:moveTo>
                    <a:pt x="1998745" y="0"/>
                  </a:moveTo>
                  <a:lnTo>
                    <a:pt x="1730507" y="0"/>
                  </a:lnTo>
                  <a:lnTo>
                    <a:pt x="1685897" y="12700"/>
                  </a:lnTo>
                  <a:lnTo>
                    <a:pt x="2043355" y="12700"/>
                  </a:lnTo>
                  <a:lnTo>
                    <a:pt x="1998745" y="0"/>
                  </a:lnTo>
                  <a:close/>
                </a:path>
              </a:pathLst>
            </a:custGeom>
            <a:solidFill>
              <a:srgbClr val="0071BA">
                <a:alpha val="50299"/>
              </a:srgbClr>
            </a:solidFill>
          </p:spPr>
          <p:txBody>
            <a:bodyPr wrap="square" lIns="0" tIns="0" rIns="0" bIns="0" rtlCol="0"/>
            <a:lstStyle/>
            <a:p>
              <a:pPr defTabSz="554355"/>
              <a:endParaRPr sz="1090" kern="0">
                <a:solidFill>
                  <a:sysClr val="windowText" lastClr="000000"/>
                </a:solidFill>
              </a:endParaRPr>
            </a:p>
          </p:txBody>
        </p:sp>
        <p:sp>
          <p:nvSpPr>
            <p:cNvPr id="7" name="object 7"/>
            <p:cNvSpPr/>
            <p:nvPr/>
          </p:nvSpPr>
          <p:spPr>
            <a:xfrm>
              <a:off x="7841323" y="2958314"/>
              <a:ext cx="3820795" cy="3810000"/>
            </a:xfrm>
            <a:custGeom>
              <a:avLst/>
              <a:gdLst/>
              <a:ahLst/>
              <a:cxnLst/>
              <a:rect l="l" t="t" r="r" b="b"/>
              <a:pathLst>
                <a:path w="3820795" h="3810000">
                  <a:moveTo>
                    <a:pt x="2158034" y="3797300"/>
                  </a:moveTo>
                  <a:lnTo>
                    <a:pt x="1662696" y="3797300"/>
                  </a:lnTo>
                  <a:lnTo>
                    <a:pt x="1707575" y="3810000"/>
                  </a:lnTo>
                  <a:lnTo>
                    <a:pt x="2113156" y="3810000"/>
                  </a:lnTo>
                  <a:lnTo>
                    <a:pt x="2158034" y="3797300"/>
                  </a:lnTo>
                  <a:close/>
                </a:path>
                <a:path w="3820795" h="3810000">
                  <a:moveTo>
                    <a:pt x="2291921" y="3771900"/>
                  </a:moveTo>
                  <a:lnTo>
                    <a:pt x="1528810" y="3771900"/>
                  </a:lnTo>
                  <a:lnTo>
                    <a:pt x="1617929" y="3797300"/>
                  </a:lnTo>
                  <a:lnTo>
                    <a:pt x="2202802" y="3797300"/>
                  </a:lnTo>
                  <a:lnTo>
                    <a:pt x="2291921" y="3771900"/>
                  </a:lnTo>
                  <a:close/>
                </a:path>
                <a:path w="3820795" h="3810000">
                  <a:moveTo>
                    <a:pt x="2336233" y="38100"/>
                  </a:moveTo>
                  <a:lnTo>
                    <a:pt x="1484498" y="38100"/>
                  </a:lnTo>
                  <a:lnTo>
                    <a:pt x="1266231" y="101600"/>
                  </a:lnTo>
                  <a:lnTo>
                    <a:pt x="1223378" y="127000"/>
                  </a:lnTo>
                  <a:lnTo>
                    <a:pt x="1138634" y="152400"/>
                  </a:lnTo>
                  <a:lnTo>
                    <a:pt x="1055307" y="203200"/>
                  </a:lnTo>
                  <a:lnTo>
                    <a:pt x="1014227" y="215900"/>
                  </a:lnTo>
                  <a:lnTo>
                    <a:pt x="973561" y="241300"/>
                  </a:lnTo>
                  <a:lnTo>
                    <a:pt x="893557" y="292100"/>
                  </a:lnTo>
                  <a:lnTo>
                    <a:pt x="815456" y="342900"/>
                  </a:lnTo>
                  <a:lnTo>
                    <a:pt x="739422" y="393700"/>
                  </a:lnTo>
                  <a:lnTo>
                    <a:pt x="702230" y="431800"/>
                  </a:lnTo>
                  <a:lnTo>
                    <a:pt x="665616"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6" y="3352800"/>
                  </a:lnTo>
                  <a:lnTo>
                    <a:pt x="702230" y="3390900"/>
                  </a:lnTo>
                  <a:lnTo>
                    <a:pt x="739422" y="3416300"/>
                  </a:lnTo>
                  <a:lnTo>
                    <a:pt x="777171" y="3441700"/>
                  </a:lnTo>
                  <a:lnTo>
                    <a:pt x="854258" y="3492500"/>
                  </a:lnTo>
                  <a:lnTo>
                    <a:pt x="933331" y="3543300"/>
                  </a:lnTo>
                  <a:lnTo>
                    <a:pt x="1055307" y="3619500"/>
                  </a:lnTo>
                  <a:lnTo>
                    <a:pt x="1096783" y="3632200"/>
                  </a:lnTo>
                  <a:lnTo>
                    <a:pt x="1138634" y="3657600"/>
                  </a:lnTo>
                  <a:lnTo>
                    <a:pt x="1223378" y="3683000"/>
                  </a:lnTo>
                  <a:lnTo>
                    <a:pt x="1266231" y="3708400"/>
                  </a:lnTo>
                  <a:lnTo>
                    <a:pt x="1484498" y="3771900"/>
                  </a:lnTo>
                  <a:lnTo>
                    <a:pt x="2336233" y="3771900"/>
                  </a:lnTo>
                  <a:lnTo>
                    <a:pt x="2554499" y="3708400"/>
                  </a:lnTo>
                  <a:lnTo>
                    <a:pt x="2597352" y="3683000"/>
                  </a:lnTo>
                  <a:lnTo>
                    <a:pt x="2682097" y="3657600"/>
                  </a:lnTo>
                  <a:lnTo>
                    <a:pt x="2723947" y="3632200"/>
                  </a:lnTo>
                  <a:lnTo>
                    <a:pt x="2765423" y="3619500"/>
                  </a:lnTo>
                  <a:lnTo>
                    <a:pt x="2887399" y="3543300"/>
                  </a:lnTo>
                  <a:lnTo>
                    <a:pt x="2966472" y="3492500"/>
                  </a:lnTo>
                  <a:lnTo>
                    <a:pt x="3043559" y="3441700"/>
                  </a:lnTo>
                  <a:lnTo>
                    <a:pt x="3081308" y="3416300"/>
                  </a:lnTo>
                  <a:lnTo>
                    <a:pt x="3118500" y="3390900"/>
                  </a:lnTo>
                  <a:lnTo>
                    <a:pt x="3155114" y="3352800"/>
                  </a:lnTo>
                  <a:lnTo>
                    <a:pt x="3191131" y="3327400"/>
                  </a:lnTo>
                  <a:lnTo>
                    <a:pt x="3226530" y="3289300"/>
                  </a:lnTo>
                  <a:lnTo>
                    <a:pt x="3261291" y="3251200"/>
                  </a:lnTo>
                  <a:lnTo>
                    <a:pt x="3295196" y="3225800"/>
                  </a:lnTo>
                  <a:lnTo>
                    <a:pt x="3328042" y="3187700"/>
                  </a:lnTo>
                  <a:lnTo>
                    <a:pt x="3359828" y="3149600"/>
                  </a:lnTo>
                  <a:lnTo>
                    <a:pt x="3390554" y="3111500"/>
                  </a:lnTo>
                  <a:lnTo>
                    <a:pt x="3420221" y="3073400"/>
                  </a:lnTo>
                  <a:lnTo>
                    <a:pt x="3448829" y="3035300"/>
                  </a:lnTo>
                  <a:lnTo>
                    <a:pt x="3476377" y="2997200"/>
                  </a:lnTo>
                  <a:lnTo>
                    <a:pt x="3502866" y="2959100"/>
                  </a:lnTo>
                  <a:lnTo>
                    <a:pt x="3528295" y="2921000"/>
                  </a:lnTo>
                  <a:lnTo>
                    <a:pt x="3552664" y="2882900"/>
                  </a:lnTo>
                  <a:lnTo>
                    <a:pt x="3575974" y="2844800"/>
                  </a:lnTo>
                  <a:lnTo>
                    <a:pt x="3598224" y="2806700"/>
                  </a:lnTo>
                  <a:lnTo>
                    <a:pt x="3619415" y="2755900"/>
                  </a:lnTo>
                  <a:lnTo>
                    <a:pt x="3639546" y="2717800"/>
                  </a:lnTo>
                  <a:lnTo>
                    <a:pt x="3658618" y="2679700"/>
                  </a:lnTo>
                  <a:lnTo>
                    <a:pt x="3676630" y="2641600"/>
                  </a:lnTo>
                  <a:lnTo>
                    <a:pt x="3693583" y="2590800"/>
                  </a:lnTo>
                  <a:lnTo>
                    <a:pt x="3709476" y="2552700"/>
                  </a:lnTo>
                  <a:lnTo>
                    <a:pt x="3724309" y="2501900"/>
                  </a:lnTo>
                  <a:lnTo>
                    <a:pt x="3738083" y="2463800"/>
                  </a:lnTo>
                  <a:lnTo>
                    <a:pt x="3750798" y="2425700"/>
                  </a:lnTo>
                  <a:lnTo>
                    <a:pt x="3762453" y="2374900"/>
                  </a:lnTo>
                  <a:lnTo>
                    <a:pt x="3773048" y="2336800"/>
                  </a:lnTo>
                  <a:lnTo>
                    <a:pt x="3782584" y="2286000"/>
                  </a:lnTo>
                  <a:lnTo>
                    <a:pt x="3791060" y="2247900"/>
                  </a:lnTo>
                  <a:lnTo>
                    <a:pt x="3798477" y="2197100"/>
                  </a:lnTo>
                  <a:lnTo>
                    <a:pt x="3804834" y="2159000"/>
                  </a:lnTo>
                  <a:lnTo>
                    <a:pt x="3810132" y="2108200"/>
                  </a:lnTo>
                  <a:lnTo>
                    <a:pt x="3814370" y="2070100"/>
                  </a:lnTo>
                  <a:lnTo>
                    <a:pt x="3817549" y="2019300"/>
                  </a:lnTo>
                  <a:lnTo>
                    <a:pt x="3819668" y="1968500"/>
                  </a:lnTo>
                  <a:lnTo>
                    <a:pt x="3820727" y="1930400"/>
                  </a:lnTo>
                  <a:lnTo>
                    <a:pt x="3820727" y="1879600"/>
                  </a:lnTo>
                  <a:lnTo>
                    <a:pt x="3819668" y="1841500"/>
                  </a:lnTo>
                  <a:lnTo>
                    <a:pt x="3817549" y="1790700"/>
                  </a:lnTo>
                  <a:lnTo>
                    <a:pt x="3810132" y="1701800"/>
                  </a:lnTo>
                  <a:lnTo>
                    <a:pt x="3804834" y="1663700"/>
                  </a:lnTo>
                  <a:lnTo>
                    <a:pt x="3798477" y="1612900"/>
                  </a:lnTo>
                  <a:lnTo>
                    <a:pt x="3791060" y="1574800"/>
                  </a:lnTo>
                  <a:lnTo>
                    <a:pt x="3782584" y="1524000"/>
                  </a:lnTo>
                  <a:lnTo>
                    <a:pt x="3773048" y="1485900"/>
                  </a:lnTo>
                  <a:lnTo>
                    <a:pt x="3762453" y="1435100"/>
                  </a:lnTo>
                  <a:lnTo>
                    <a:pt x="3750798" y="1397000"/>
                  </a:lnTo>
                  <a:lnTo>
                    <a:pt x="3738083" y="1346200"/>
                  </a:lnTo>
                  <a:lnTo>
                    <a:pt x="3724309" y="1308100"/>
                  </a:lnTo>
                  <a:lnTo>
                    <a:pt x="3709476" y="1257300"/>
                  </a:lnTo>
                  <a:lnTo>
                    <a:pt x="3693583" y="1219200"/>
                  </a:lnTo>
                  <a:lnTo>
                    <a:pt x="3676630" y="1181100"/>
                  </a:lnTo>
                  <a:lnTo>
                    <a:pt x="3658618" y="1130300"/>
                  </a:lnTo>
                  <a:lnTo>
                    <a:pt x="3639546" y="1092200"/>
                  </a:lnTo>
                  <a:lnTo>
                    <a:pt x="3619415" y="1054100"/>
                  </a:lnTo>
                  <a:lnTo>
                    <a:pt x="3598224" y="1016000"/>
                  </a:lnTo>
                  <a:lnTo>
                    <a:pt x="3575974" y="965200"/>
                  </a:lnTo>
                  <a:lnTo>
                    <a:pt x="3552664" y="927100"/>
                  </a:lnTo>
                  <a:lnTo>
                    <a:pt x="3528295" y="889000"/>
                  </a:lnTo>
                  <a:lnTo>
                    <a:pt x="3502866" y="850900"/>
                  </a:lnTo>
                  <a:lnTo>
                    <a:pt x="3476377" y="812800"/>
                  </a:lnTo>
                  <a:lnTo>
                    <a:pt x="3448829" y="774700"/>
                  </a:lnTo>
                  <a:lnTo>
                    <a:pt x="3420221" y="736600"/>
                  </a:lnTo>
                  <a:lnTo>
                    <a:pt x="3390554" y="698500"/>
                  </a:lnTo>
                  <a:lnTo>
                    <a:pt x="3359828" y="660400"/>
                  </a:lnTo>
                  <a:lnTo>
                    <a:pt x="3328042" y="622300"/>
                  </a:lnTo>
                  <a:lnTo>
                    <a:pt x="3295196" y="584200"/>
                  </a:lnTo>
                  <a:lnTo>
                    <a:pt x="3261291" y="558800"/>
                  </a:lnTo>
                  <a:lnTo>
                    <a:pt x="3226530" y="520700"/>
                  </a:lnTo>
                  <a:lnTo>
                    <a:pt x="3191131" y="482600"/>
                  </a:lnTo>
                  <a:lnTo>
                    <a:pt x="3155114" y="457200"/>
                  </a:lnTo>
                  <a:lnTo>
                    <a:pt x="3118500" y="431800"/>
                  </a:lnTo>
                  <a:lnTo>
                    <a:pt x="3081308" y="393700"/>
                  </a:lnTo>
                  <a:lnTo>
                    <a:pt x="3005274" y="342900"/>
                  </a:lnTo>
                  <a:lnTo>
                    <a:pt x="2927174" y="292100"/>
                  </a:lnTo>
                  <a:lnTo>
                    <a:pt x="2847169" y="241300"/>
                  </a:lnTo>
                  <a:lnTo>
                    <a:pt x="2806504" y="215900"/>
                  </a:lnTo>
                  <a:lnTo>
                    <a:pt x="2765423" y="203200"/>
                  </a:lnTo>
                  <a:lnTo>
                    <a:pt x="2682097" y="152400"/>
                  </a:lnTo>
                  <a:lnTo>
                    <a:pt x="2597352" y="127000"/>
                  </a:lnTo>
                  <a:lnTo>
                    <a:pt x="2554499" y="101600"/>
                  </a:lnTo>
                  <a:lnTo>
                    <a:pt x="2336233" y="38100"/>
                  </a:lnTo>
                  <a:close/>
                </a:path>
                <a:path w="3820795" h="3810000">
                  <a:moveTo>
                    <a:pt x="2202802" y="12700"/>
                  </a:moveTo>
                  <a:lnTo>
                    <a:pt x="1617929" y="12700"/>
                  </a:lnTo>
                  <a:lnTo>
                    <a:pt x="1528810" y="38100"/>
                  </a:lnTo>
                  <a:lnTo>
                    <a:pt x="2291921" y="38100"/>
                  </a:lnTo>
                  <a:lnTo>
                    <a:pt x="2202802" y="12700"/>
                  </a:lnTo>
                  <a:close/>
                </a:path>
                <a:path w="3820795" h="3810000">
                  <a:moveTo>
                    <a:pt x="2113156" y="0"/>
                  </a:moveTo>
                  <a:lnTo>
                    <a:pt x="1707575" y="0"/>
                  </a:lnTo>
                  <a:lnTo>
                    <a:pt x="1662696" y="12700"/>
                  </a:lnTo>
                  <a:lnTo>
                    <a:pt x="2158034" y="12700"/>
                  </a:lnTo>
                  <a:lnTo>
                    <a:pt x="2113156" y="0"/>
                  </a:lnTo>
                  <a:close/>
                </a:path>
              </a:pathLst>
            </a:custGeom>
            <a:solidFill>
              <a:srgbClr val="E34D25">
                <a:alpha val="50299"/>
              </a:srgbClr>
            </a:solidFill>
          </p:spPr>
          <p:txBody>
            <a:bodyPr wrap="square" lIns="0" tIns="0" rIns="0" bIns="0" rtlCol="0"/>
            <a:lstStyle/>
            <a:p>
              <a:pPr defTabSz="554355"/>
              <a:endParaRPr sz="1090" kern="0">
                <a:solidFill>
                  <a:sysClr val="windowText" lastClr="000000"/>
                </a:solidFill>
              </a:endParaRPr>
            </a:p>
          </p:txBody>
        </p:sp>
      </p:grpSp>
      <p:pic>
        <p:nvPicPr>
          <p:cNvPr id="9" name="object 9"/>
          <p:cNvPicPr/>
          <p:nvPr/>
        </p:nvPicPr>
        <p:blipFill>
          <a:blip r:embed="rId1" cstate="print"/>
          <a:stretch>
            <a:fillRect/>
          </a:stretch>
        </p:blipFill>
        <p:spPr>
          <a:xfrm>
            <a:off x="428" y="0"/>
            <a:ext cx="12191144" cy="825442"/>
          </a:xfrm>
          <a:prstGeom prst="rect">
            <a:avLst/>
          </a:prstGeom>
        </p:spPr>
      </p:pic>
      <p:sp>
        <p:nvSpPr>
          <p:cNvPr id="10" name="object 10"/>
          <p:cNvSpPr txBox="1">
            <a:spLocks noGrp="1"/>
          </p:cNvSpPr>
          <p:nvPr>
            <p:ph type="title"/>
          </p:nvPr>
        </p:nvSpPr>
        <p:spPr>
          <a:xfrm>
            <a:off x="366275" y="157387"/>
            <a:ext cx="7809074" cy="561385"/>
          </a:xfrm>
          <a:prstGeom prst="rect">
            <a:avLst/>
          </a:prstGeom>
        </p:spPr>
        <p:txBody>
          <a:bodyPr vert="horz" wrap="square" lIns="0" tIns="7316" rIns="0" bIns="0" rtlCol="0">
            <a:spAutoFit/>
          </a:bodyPr>
          <a:lstStyle/>
          <a:p>
            <a:pPr marL="7620">
              <a:spcBef>
                <a:spcPts val="60"/>
              </a:spcBef>
              <a:tabLst>
                <a:tab pos="628015" algn="l"/>
                <a:tab pos="1374140" algn="l"/>
                <a:tab pos="1810385" algn="l"/>
                <a:tab pos="3563620" algn="l"/>
                <a:tab pos="3942715" algn="l"/>
                <a:tab pos="4649470" algn="l"/>
              </a:tabLst>
            </a:pPr>
            <a:r>
              <a:rPr kumimoji="0" lang="en-US" sz="3600" b="1" i="0" u="none" strike="noStrike" kern="0" cap="none" spc="0" normalizeH="0" baseline="0" noProof="0" dirty="0">
                <a:ln>
                  <a:noFill/>
                </a:ln>
                <a:solidFill>
                  <a:srgbClr val="FAFBFB"/>
                </a:solidFill>
                <a:effectLst/>
                <a:uLnTx/>
                <a:uFillTx/>
                <a:latin typeface="Calibri" panose="020F0502020204030204"/>
                <a:ea typeface="+mj-ea"/>
                <a:cs typeface="Calibri" panose="020F0502020204030204"/>
              </a:rPr>
              <a:t>Design Pattern Categories</a:t>
            </a:r>
            <a:endParaRPr lang="en-US" sz="2000" dirty="0">
              <a:latin typeface="Arial" panose="020B0604020202020204" pitchFamily="34" charset="0"/>
              <a:cs typeface="Arial" panose="020B0604020202020204" pitchFamily="34" charset="0"/>
            </a:endParaRPr>
          </a:p>
        </p:txBody>
      </p:sp>
      <p:sp>
        <p:nvSpPr>
          <p:cNvPr id="14" name="object 14"/>
          <p:cNvSpPr txBox="1"/>
          <p:nvPr/>
        </p:nvSpPr>
        <p:spPr>
          <a:xfrm>
            <a:off x="7757099" y="1198305"/>
            <a:ext cx="1893362" cy="476549"/>
          </a:xfrm>
          <a:prstGeom prst="rect">
            <a:avLst/>
          </a:prstGeom>
          <a:solidFill>
            <a:srgbClr val="E34D25">
              <a:alpha val="39718"/>
            </a:srgbClr>
          </a:solidFill>
        </p:spPr>
        <p:txBody>
          <a:bodyPr vert="horz" wrap="square" lIns="0" tIns="770" rIns="0" bIns="0" rtlCol="0">
            <a:spAutoFit/>
          </a:bodyPr>
          <a:lstStyle/>
          <a:p>
            <a:pPr algn="ctr" defTabSz="554355">
              <a:spcBef>
                <a:spcPts val="5"/>
              </a:spcBef>
            </a:pPr>
            <a:r>
              <a:rPr lang="en-US" sz="1545" kern="0" dirty="0">
                <a:solidFill>
                  <a:sysClr val="windowText" lastClr="000000"/>
                </a:solidFill>
                <a:latin typeface="Times New Roman" panose="02020603050405020304"/>
                <a:cs typeface="Times New Roman" panose="02020603050405020304"/>
              </a:rPr>
              <a:t>Object Creation Mechanisms</a:t>
            </a:r>
            <a:endParaRPr lang="en-US" sz="1545" kern="0" dirty="0">
              <a:solidFill>
                <a:sysClr val="windowText" lastClr="000000"/>
              </a:solidFill>
              <a:latin typeface="Times New Roman" panose="02020603050405020304"/>
              <a:cs typeface="Times New Roman" panose="02020603050405020304"/>
            </a:endParaRPr>
          </a:p>
        </p:txBody>
      </p:sp>
      <p:grpSp>
        <p:nvGrpSpPr>
          <p:cNvPr id="15" name="object 15"/>
          <p:cNvGrpSpPr/>
          <p:nvPr/>
        </p:nvGrpSpPr>
        <p:grpSpPr>
          <a:xfrm>
            <a:off x="2768966" y="3223363"/>
            <a:ext cx="6096000" cy="2310387"/>
            <a:chOff x="5019600" y="5668386"/>
            <a:chExt cx="9747489" cy="3810000"/>
          </a:xfrm>
        </p:grpSpPr>
        <p:sp>
          <p:nvSpPr>
            <p:cNvPr id="16" name="object 16"/>
            <p:cNvSpPr/>
            <p:nvPr/>
          </p:nvSpPr>
          <p:spPr>
            <a:xfrm>
              <a:off x="9445604" y="5668386"/>
              <a:ext cx="3820795" cy="3810000"/>
            </a:xfrm>
            <a:custGeom>
              <a:avLst/>
              <a:gdLst/>
              <a:ahLst/>
              <a:cxnLst/>
              <a:rect l="l" t="t" r="r" b="b"/>
              <a:pathLst>
                <a:path w="3820794" h="3810000">
                  <a:moveTo>
                    <a:pt x="2158033" y="3797300"/>
                  </a:moveTo>
                  <a:lnTo>
                    <a:pt x="1662695" y="3797300"/>
                  </a:lnTo>
                  <a:lnTo>
                    <a:pt x="1707574" y="3810000"/>
                  </a:lnTo>
                  <a:lnTo>
                    <a:pt x="2113155" y="3810000"/>
                  </a:lnTo>
                  <a:lnTo>
                    <a:pt x="2158033" y="3797300"/>
                  </a:lnTo>
                  <a:close/>
                </a:path>
                <a:path w="3820794" h="3810000">
                  <a:moveTo>
                    <a:pt x="2291921" y="3771900"/>
                  </a:moveTo>
                  <a:lnTo>
                    <a:pt x="1528808" y="3771900"/>
                  </a:lnTo>
                  <a:lnTo>
                    <a:pt x="1617928" y="3797300"/>
                  </a:lnTo>
                  <a:lnTo>
                    <a:pt x="2202801" y="3797300"/>
                  </a:lnTo>
                  <a:lnTo>
                    <a:pt x="2291921" y="3771900"/>
                  </a:lnTo>
                  <a:close/>
                </a:path>
                <a:path w="3820794" h="3810000">
                  <a:moveTo>
                    <a:pt x="2336232" y="38100"/>
                  </a:moveTo>
                  <a:lnTo>
                    <a:pt x="1484496" y="38100"/>
                  </a:lnTo>
                  <a:lnTo>
                    <a:pt x="1266230" y="101600"/>
                  </a:lnTo>
                  <a:lnTo>
                    <a:pt x="1223377" y="127000"/>
                  </a:lnTo>
                  <a:lnTo>
                    <a:pt x="1138633" y="152400"/>
                  </a:lnTo>
                  <a:lnTo>
                    <a:pt x="1055306" y="203200"/>
                  </a:lnTo>
                  <a:lnTo>
                    <a:pt x="1014226" y="215900"/>
                  </a:lnTo>
                  <a:lnTo>
                    <a:pt x="973560" y="241300"/>
                  </a:lnTo>
                  <a:lnTo>
                    <a:pt x="893556" y="292100"/>
                  </a:lnTo>
                  <a:lnTo>
                    <a:pt x="815456" y="342900"/>
                  </a:lnTo>
                  <a:lnTo>
                    <a:pt x="739421" y="393700"/>
                  </a:lnTo>
                  <a:lnTo>
                    <a:pt x="702230" y="431800"/>
                  </a:lnTo>
                  <a:lnTo>
                    <a:pt x="665615"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5" y="3352800"/>
                  </a:lnTo>
                  <a:lnTo>
                    <a:pt x="702230" y="3390900"/>
                  </a:lnTo>
                  <a:lnTo>
                    <a:pt x="739421" y="3416300"/>
                  </a:lnTo>
                  <a:lnTo>
                    <a:pt x="777170" y="3441700"/>
                  </a:lnTo>
                  <a:lnTo>
                    <a:pt x="854257" y="3492500"/>
                  </a:lnTo>
                  <a:lnTo>
                    <a:pt x="933330" y="3543300"/>
                  </a:lnTo>
                  <a:lnTo>
                    <a:pt x="1055306" y="3619500"/>
                  </a:lnTo>
                  <a:lnTo>
                    <a:pt x="1096782" y="3632200"/>
                  </a:lnTo>
                  <a:lnTo>
                    <a:pt x="1138633" y="3657600"/>
                  </a:lnTo>
                  <a:lnTo>
                    <a:pt x="1223377" y="3683000"/>
                  </a:lnTo>
                  <a:lnTo>
                    <a:pt x="1266230" y="3708400"/>
                  </a:lnTo>
                  <a:lnTo>
                    <a:pt x="1484496" y="3771900"/>
                  </a:lnTo>
                  <a:lnTo>
                    <a:pt x="2336232" y="3771900"/>
                  </a:lnTo>
                  <a:lnTo>
                    <a:pt x="2554500" y="3708400"/>
                  </a:lnTo>
                  <a:lnTo>
                    <a:pt x="2597353" y="3683000"/>
                  </a:lnTo>
                  <a:lnTo>
                    <a:pt x="2682097" y="3657600"/>
                  </a:lnTo>
                  <a:lnTo>
                    <a:pt x="2723948" y="3632200"/>
                  </a:lnTo>
                  <a:lnTo>
                    <a:pt x="2765424" y="3619500"/>
                  </a:lnTo>
                  <a:lnTo>
                    <a:pt x="2887401" y="3543300"/>
                  </a:lnTo>
                  <a:lnTo>
                    <a:pt x="2966474" y="3492500"/>
                  </a:lnTo>
                  <a:lnTo>
                    <a:pt x="3043562" y="3441700"/>
                  </a:lnTo>
                  <a:lnTo>
                    <a:pt x="3081311" y="3416300"/>
                  </a:lnTo>
                  <a:lnTo>
                    <a:pt x="3118503" y="3390900"/>
                  </a:lnTo>
                  <a:lnTo>
                    <a:pt x="3155118" y="3352800"/>
                  </a:lnTo>
                  <a:lnTo>
                    <a:pt x="3191135" y="3327400"/>
                  </a:lnTo>
                  <a:lnTo>
                    <a:pt x="3226534" y="3289300"/>
                  </a:lnTo>
                  <a:lnTo>
                    <a:pt x="3261296" y="3251200"/>
                  </a:lnTo>
                  <a:lnTo>
                    <a:pt x="3295201" y="3225800"/>
                  </a:lnTo>
                  <a:lnTo>
                    <a:pt x="3328047" y="3187700"/>
                  </a:lnTo>
                  <a:lnTo>
                    <a:pt x="3359833" y="3149600"/>
                  </a:lnTo>
                  <a:lnTo>
                    <a:pt x="3390560" y="3111500"/>
                  </a:lnTo>
                  <a:lnTo>
                    <a:pt x="3420227" y="3073400"/>
                  </a:lnTo>
                  <a:lnTo>
                    <a:pt x="3448834" y="3035300"/>
                  </a:lnTo>
                  <a:lnTo>
                    <a:pt x="3476382" y="2997200"/>
                  </a:lnTo>
                  <a:lnTo>
                    <a:pt x="3502871" y="2959100"/>
                  </a:lnTo>
                  <a:lnTo>
                    <a:pt x="3528300" y="2921000"/>
                  </a:lnTo>
                  <a:lnTo>
                    <a:pt x="3552669" y="2882900"/>
                  </a:lnTo>
                  <a:lnTo>
                    <a:pt x="3575979" y="2844800"/>
                  </a:lnTo>
                  <a:lnTo>
                    <a:pt x="3598229" y="2806700"/>
                  </a:lnTo>
                  <a:lnTo>
                    <a:pt x="3619420" y="2755900"/>
                  </a:lnTo>
                  <a:lnTo>
                    <a:pt x="3639551" y="2717800"/>
                  </a:lnTo>
                  <a:lnTo>
                    <a:pt x="3658623" y="2679700"/>
                  </a:lnTo>
                  <a:lnTo>
                    <a:pt x="3676635" y="2641600"/>
                  </a:lnTo>
                  <a:lnTo>
                    <a:pt x="3693588" y="2590800"/>
                  </a:lnTo>
                  <a:lnTo>
                    <a:pt x="3709481" y="2552700"/>
                  </a:lnTo>
                  <a:lnTo>
                    <a:pt x="3724315" y="2501900"/>
                  </a:lnTo>
                  <a:lnTo>
                    <a:pt x="3738089" y="2463800"/>
                  </a:lnTo>
                  <a:lnTo>
                    <a:pt x="3750803" y="2425700"/>
                  </a:lnTo>
                  <a:lnTo>
                    <a:pt x="3762458" y="2374900"/>
                  </a:lnTo>
                  <a:lnTo>
                    <a:pt x="3773053" y="2336800"/>
                  </a:lnTo>
                  <a:lnTo>
                    <a:pt x="3782589" y="2286000"/>
                  </a:lnTo>
                  <a:lnTo>
                    <a:pt x="3791066" y="2247900"/>
                  </a:lnTo>
                  <a:lnTo>
                    <a:pt x="3798482" y="2197100"/>
                  </a:lnTo>
                  <a:lnTo>
                    <a:pt x="3804840" y="2159000"/>
                  </a:lnTo>
                  <a:lnTo>
                    <a:pt x="3810137" y="2108200"/>
                  </a:lnTo>
                  <a:lnTo>
                    <a:pt x="3814375" y="2070100"/>
                  </a:lnTo>
                  <a:lnTo>
                    <a:pt x="3817554" y="2019300"/>
                  </a:lnTo>
                  <a:lnTo>
                    <a:pt x="3819673" y="1968500"/>
                  </a:lnTo>
                  <a:lnTo>
                    <a:pt x="3820733" y="1930400"/>
                  </a:lnTo>
                  <a:lnTo>
                    <a:pt x="3820733" y="1879600"/>
                  </a:lnTo>
                  <a:lnTo>
                    <a:pt x="3819673" y="1841500"/>
                  </a:lnTo>
                  <a:lnTo>
                    <a:pt x="3817554" y="1790700"/>
                  </a:lnTo>
                  <a:lnTo>
                    <a:pt x="3810137" y="1701800"/>
                  </a:lnTo>
                  <a:lnTo>
                    <a:pt x="3804840" y="1663700"/>
                  </a:lnTo>
                  <a:lnTo>
                    <a:pt x="3798482" y="1612900"/>
                  </a:lnTo>
                  <a:lnTo>
                    <a:pt x="3791066" y="1574800"/>
                  </a:lnTo>
                  <a:lnTo>
                    <a:pt x="3782589" y="1524000"/>
                  </a:lnTo>
                  <a:lnTo>
                    <a:pt x="3773053" y="1485900"/>
                  </a:lnTo>
                  <a:lnTo>
                    <a:pt x="3762458" y="1435100"/>
                  </a:lnTo>
                  <a:lnTo>
                    <a:pt x="3750803" y="1397000"/>
                  </a:lnTo>
                  <a:lnTo>
                    <a:pt x="3738089" y="1346200"/>
                  </a:lnTo>
                  <a:lnTo>
                    <a:pt x="3724315" y="1308100"/>
                  </a:lnTo>
                  <a:lnTo>
                    <a:pt x="3709481" y="1257300"/>
                  </a:lnTo>
                  <a:lnTo>
                    <a:pt x="3693588" y="1219200"/>
                  </a:lnTo>
                  <a:lnTo>
                    <a:pt x="3676635" y="1181100"/>
                  </a:lnTo>
                  <a:lnTo>
                    <a:pt x="3658623" y="1130300"/>
                  </a:lnTo>
                  <a:lnTo>
                    <a:pt x="3639551" y="1092200"/>
                  </a:lnTo>
                  <a:lnTo>
                    <a:pt x="3619420" y="1054100"/>
                  </a:lnTo>
                  <a:lnTo>
                    <a:pt x="3598229" y="1016000"/>
                  </a:lnTo>
                  <a:lnTo>
                    <a:pt x="3575979" y="965200"/>
                  </a:lnTo>
                  <a:lnTo>
                    <a:pt x="3552669" y="927100"/>
                  </a:lnTo>
                  <a:lnTo>
                    <a:pt x="3528300" y="889000"/>
                  </a:lnTo>
                  <a:lnTo>
                    <a:pt x="3502871" y="850900"/>
                  </a:lnTo>
                  <a:lnTo>
                    <a:pt x="3476382" y="812800"/>
                  </a:lnTo>
                  <a:lnTo>
                    <a:pt x="3448834" y="774700"/>
                  </a:lnTo>
                  <a:lnTo>
                    <a:pt x="3420227" y="736600"/>
                  </a:lnTo>
                  <a:lnTo>
                    <a:pt x="3390560" y="698500"/>
                  </a:lnTo>
                  <a:lnTo>
                    <a:pt x="3359833" y="660400"/>
                  </a:lnTo>
                  <a:lnTo>
                    <a:pt x="3328047" y="622300"/>
                  </a:lnTo>
                  <a:lnTo>
                    <a:pt x="3295201" y="584200"/>
                  </a:lnTo>
                  <a:lnTo>
                    <a:pt x="3261296" y="558800"/>
                  </a:lnTo>
                  <a:lnTo>
                    <a:pt x="3226534" y="520700"/>
                  </a:lnTo>
                  <a:lnTo>
                    <a:pt x="3191135" y="482600"/>
                  </a:lnTo>
                  <a:lnTo>
                    <a:pt x="3155118" y="457200"/>
                  </a:lnTo>
                  <a:lnTo>
                    <a:pt x="3118503" y="431800"/>
                  </a:lnTo>
                  <a:lnTo>
                    <a:pt x="3081311" y="393700"/>
                  </a:lnTo>
                  <a:lnTo>
                    <a:pt x="3005277" y="342900"/>
                  </a:lnTo>
                  <a:lnTo>
                    <a:pt x="2927176" y="292100"/>
                  </a:lnTo>
                  <a:lnTo>
                    <a:pt x="2847171" y="241300"/>
                  </a:lnTo>
                  <a:lnTo>
                    <a:pt x="2806505" y="215900"/>
                  </a:lnTo>
                  <a:lnTo>
                    <a:pt x="2765424" y="203200"/>
                  </a:lnTo>
                  <a:lnTo>
                    <a:pt x="2682097" y="152400"/>
                  </a:lnTo>
                  <a:lnTo>
                    <a:pt x="2597353" y="127000"/>
                  </a:lnTo>
                  <a:lnTo>
                    <a:pt x="2554500" y="101600"/>
                  </a:lnTo>
                  <a:lnTo>
                    <a:pt x="2336232" y="38100"/>
                  </a:lnTo>
                  <a:close/>
                </a:path>
                <a:path w="3820794" h="3810000">
                  <a:moveTo>
                    <a:pt x="2202801" y="12700"/>
                  </a:moveTo>
                  <a:lnTo>
                    <a:pt x="1617928" y="12700"/>
                  </a:lnTo>
                  <a:lnTo>
                    <a:pt x="1528808" y="38100"/>
                  </a:lnTo>
                  <a:lnTo>
                    <a:pt x="2291921" y="38100"/>
                  </a:lnTo>
                  <a:lnTo>
                    <a:pt x="2202801" y="12700"/>
                  </a:lnTo>
                  <a:close/>
                </a:path>
                <a:path w="3820794" h="3810000">
                  <a:moveTo>
                    <a:pt x="2113155" y="0"/>
                  </a:moveTo>
                  <a:lnTo>
                    <a:pt x="1707574" y="0"/>
                  </a:lnTo>
                  <a:lnTo>
                    <a:pt x="1662695" y="12700"/>
                  </a:lnTo>
                  <a:lnTo>
                    <a:pt x="2158033" y="12700"/>
                  </a:lnTo>
                  <a:lnTo>
                    <a:pt x="2113155" y="0"/>
                  </a:lnTo>
                  <a:close/>
                </a:path>
              </a:pathLst>
            </a:custGeom>
            <a:solidFill>
              <a:srgbClr val="F8DC3C">
                <a:alpha val="50299"/>
              </a:srgbClr>
            </a:solidFill>
          </p:spPr>
          <p:txBody>
            <a:bodyPr wrap="square" lIns="0" tIns="0" rIns="0" bIns="0" rtlCol="0"/>
            <a:lstStyle/>
            <a:p>
              <a:pPr defTabSz="554355"/>
              <a:endParaRPr sz="1090" kern="0">
                <a:solidFill>
                  <a:sysClr val="windowText" lastClr="000000"/>
                </a:solidFill>
              </a:endParaRPr>
            </a:p>
          </p:txBody>
        </p:sp>
        <p:sp>
          <p:nvSpPr>
            <p:cNvPr id="18" name="object 18"/>
            <p:cNvSpPr/>
            <p:nvPr/>
          </p:nvSpPr>
          <p:spPr>
            <a:xfrm>
              <a:off x="12991332" y="6993133"/>
              <a:ext cx="1623695" cy="334010"/>
            </a:xfrm>
            <a:custGeom>
              <a:avLst/>
              <a:gdLst/>
              <a:ahLst/>
              <a:cxnLst/>
              <a:rect l="l" t="t" r="r" b="b"/>
              <a:pathLst>
                <a:path w="1623694" h="334009">
                  <a:moveTo>
                    <a:pt x="0" y="333767"/>
                  </a:moveTo>
                  <a:lnTo>
                    <a:pt x="38062" y="307813"/>
                  </a:lnTo>
                  <a:lnTo>
                    <a:pt x="76674" y="282909"/>
                  </a:lnTo>
                  <a:lnTo>
                    <a:pt x="115837" y="259055"/>
                  </a:lnTo>
                  <a:lnTo>
                    <a:pt x="155549" y="236251"/>
                  </a:lnTo>
                  <a:lnTo>
                    <a:pt x="195813" y="214498"/>
                  </a:lnTo>
                  <a:lnTo>
                    <a:pt x="236626" y="193795"/>
                  </a:lnTo>
                  <a:lnTo>
                    <a:pt x="277990" y="174143"/>
                  </a:lnTo>
                  <a:lnTo>
                    <a:pt x="319904" y="155541"/>
                  </a:lnTo>
                  <a:lnTo>
                    <a:pt x="362368" y="137989"/>
                  </a:lnTo>
                  <a:lnTo>
                    <a:pt x="405382" y="121487"/>
                  </a:lnTo>
                  <a:lnTo>
                    <a:pt x="448947" y="106036"/>
                  </a:lnTo>
                  <a:lnTo>
                    <a:pt x="493062" y="91635"/>
                  </a:lnTo>
                  <a:lnTo>
                    <a:pt x="537727" y="78284"/>
                  </a:lnTo>
                  <a:lnTo>
                    <a:pt x="582943" y="65984"/>
                  </a:lnTo>
                  <a:lnTo>
                    <a:pt x="628709" y="54733"/>
                  </a:lnTo>
                  <a:lnTo>
                    <a:pt x="675025" y="44534"/>
                  </a:lnTo>
                  <a:lnTo>
                    <a:pt x="721891" y="35384"/>
                  </a:lnTo>
                  <a:lnTo>
                    <a:pt x="769308" y="27285"/>
                  </a:lnTo>
                  <a:lnTo>
                    <a:pt x="817275" y="20236"/>
                  </a:lnTo>
                  <a:lnTo>
                    <a:pt x="865792" y="14238"/>
                  </a:lnTo>
                  <a:lnTo>
                    <a:pt x="914859" y="9289"/>
                  </a:lnTo>
                  <a:lnTo>
                    <a:pt x="964477" y="5391"/>
                  </a:lnTo>
                  <a:lnTo>
                    <a:pt x="1014645" y="2544"/>
                  </a:lnTo>
                  <a:lnTo>
                    <a:pt x="1065363" y="747"/>
                  </a:lnTo>
                  <a:lnTo>
                    <a:pt x="1116631" y="0"/>
                  </a:lnTo>
                  <a:lnTo>
                    <a:pt x="1168450" y="303"/>
                  </a:lnTo>
                  <a:lnTo>
                    <a:pt x="1220819" y="1656"/>
                  </a:lnTo>
                  <a:lnTo>
                    <a:pt x="1273738" y="4060"/>
                  </a:lnTo>
                  <a:lnTo>
                    <a:pt x="1327208" y="7515"/>
                  </a:lnTo>
                  <a:lnTo>
                    <a:pt x="1381228" y="12019"/>
                  </a:lnTo>
                  <a:lnTo>
                    <a:pt x="1435798" y="17574"/>
                  </a:lnTo>
                  <a:lnTo>
                    <a:pt x="1490918" y="24179"/>
                  </a:lnTo>
                  <a:lnTo>
                    <a:pt x="1546588" y="31834"/>
                  </a:lnTo>
                  <a:lnTo>
                    <a:pt x="1602809" y="40540"/>
                  </a:lnTo>
                  <a:lnTo>
                    <a:pt x="1623405" y="44426"/>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19" name="object 19"/>
            <p:cNvSpPr/>
            <p:nvPr/>
          </p:nvSpPr>
          <p:spPr>
            <a:xfrm>
              <a:off x="14577859" y="6947246"/>
              <a:ext cx="189230" cy="173355"/>
            </a:xfrm>
            <a:custGeom>
              <a:avLst/>
              <a:gdLst/>
              <a:ahLst/>
              <a:cxnLst/>
              <a:rect l="l" t="t" r="r" b="b"/>
              <a:pathLst>
                <a:path w="189230" h="173354">
                  <a:moveTo>
                    <a:pt x="32606" y="0"/>
                  </a:moveTo>
                  <a:lnTo>
                    <a:pt x="0" y="172861"/>
                  </a:lnTo>
                  <a:lnTo>
                    <a:pt x="189167" y="119041"/>
                  </a:lnTo>
                  <a:lnTo>
                    <a:pt x="32606"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sp>
          <p:nvSpPr>
            <p:cNvPr id="20" name="object 20"/>
            <p:cNvSpPr/>
            <p:nvPr/>
          </p:nvSpPr>
          <p:spPr>
            <a:xfrm>
              <a:off x="5172929" y="7168913"/>
              <a:ext cx="1933055" cy="412278"/>
            </a:xfrm>
            <a:custGeom>
              <a:avLst/>
              <a:gdLst/>
              <a:ahLst/>
              <a:cxnLst/>
              <a:rect l="l" t="t" r="r" b="b"/>
              <a:pathLst>
                <a:path w="1596390" h="293370">
                  <a:moveTo>
                    <a:pt x="1596135" y="293150"/>
                  </a:moveTo>
                  <a:lnTo>
                    <a:pt x="1562053" y="269927"/>
                  </a:lnTo>
                  <a:lnTo>
                    <a:pt x="1527118" y="247663"/>
                  </a:lnTo>
                  <a:lnTo>
                    <a:pt x="1491330" y="226356"/>
                  </a:lnTo>
                  <a:lnTo>
                    <a:pt x="1454687" y="206008"/>
                  </a:lnTo>
                  <a:lnTo>
                    <a:pt x="1417191" y="186618"/>
                  </a:lnTo>
                  <a:lnTo>
                    <a:pt x="1378842" y="168185"/>
                  </a:lnTo>
                  <a:lnTo>
                    <a:pt x="1339639" y="150711"/>
                  </a:lnTo>
                  <a:lnTo>
                    <a:pt x="1299582" y="134195"/>
                  </a:lnTo>
                  <a:lnTo>
                    <a:pt x="1258671" y="118637"/>
                  </a:lnTo>
                  <a:lnTo>
                    <a:pt x="1216907" y="104036"/>
                  </a:lnTo>
                  <a:lnTo>
                    <a:pt x="1174290" y="90394"/>
                  </a:lnTo>
                  <a:lnTo>
                    <a:pt x="1130818" y="77710"/>
                  </a:lnTo>
                  <a:lnTo>
                    <a:pt x="1086493" y="65984"/>
                  </a:lnTo>
                  <a:lnTo>
                    <a:pt x="1041315" y="55216"/>
                  </a:lnTo>
                  <a:lnTo>
                    <a:pt x="995283" y="45406"/>
                  </a:lnTo>
                  <a:lnTo>
                    <a:pt x="948397" y="36554"/>
                  </a:lnTo>
                  <a:lnTo>
                    <a:pt x="900657" y="28661"/>
                  </a:lnTo>
                  <a:lnTo>
                    <a:pt x="852064" y="21725"/>
                  </a:lnTo>
                  <a:lnTo>
                    <a:pt x="802617" y="15747"/>
                  </a:lnTo>
                  <a:lnTo>
                    <a:pt x="752317" y="10727"/>
                  </a:lnTo>
                  <a:lnTo>
                    <a:pt x="701163" y="6666"/>
                  </a:lnTo>
                  <a:lnTo>
                    <a:pt x="649155" y="3562"/>
                  </a:lnTo>
                  <a:lnTo>
                    <a:pt x="596294" y="1417"/>
                  </a:lnTo>
                  <a:lnTo>
                    <a:pt x="542579" y="229"/>
                  </a:lnTo>
                  <a:lnTo>
                    <a:pt x="488010" y="0"/>
                  </a:lnTo>
                  <a:lnTo>
                    <a:pt x="432588" y="728"/>
                  </a:lnTo>
                  <a:lnTo>
                    <a:pt x="376312" y="2415"/>
                  </a:lnTo>
                  <a:lnTo>
                    <a:pt x="319183" y="5059"/>
                  </a:lnTo>
                  <a:lnTo>
                    <a:pt x="261199" y="8662"/>
                  </a:lnTo>
                  <a:lnTo>
                    <a:pt x="202363" y="13223"/>
                  </a:lnTo>
                  <a:lnTo>
                    <a:pt x="142672" y="18741"/>
                  </a:lnTo>
                  <a:lnTo>
                    <a:pt x="82128" y="25218"/>
                  </a:lnTo>
                  <a:lnTo>
                    <a:pt x="20730" y="32653"/>
                  </a:lnTo>
                  <a:lnTo>
                    <a:pt x="0" y="35693"/>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21" name="object 21"/>
            <p:cNvSpPr/>
            <p:nvPr/>
          </p:nvSpPr>
          <p:spPr>
            <a:xfrm>
              <a:off x="5019600" y="7114543"/>
              <a:ext cx="187325" cy="174625"/>
            </a:xfrm>
            <a:custGeom>
              <a:avLst/>
              <a:gdLst/>
              <a:ahLst/>
              <a:cxnLst/>
              <a:rect l="l" t="t" r="r" b="b"/>
              <a:pathLst>
                <a:path w="187325" h="174625">
                  <a:moveTo>
                    <a:pt x="161290" y="0"/>
                  </a:moveTo>
                  <a:lnTo>
                    <a:pt x="0" y="112543"/>
                  </a:lnTo>
                  <a:lnTo>
                    <a:pt x="186808" y="174050"/>
                  </a:lnTo>
                  <a:lnTo>
                    <a:pt x="161290"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grpSp>
      <p:sp>
        <p:nvSpPr>
          <p:cNvPr id="22" name="object 22"/>
          <p:cNvSpPr txBox="1"/>
          <p:nvPr/>
        </p:nvSpPr>
        <p:spPr>
          <a:xfrm>
            <a:off x="8703780" y="3803942"/>
            <a:ext cx="1893362" cy="477326"/>
          </a:xfrm>
          <a:prstGeom prst="rect">
            <a:avLst/>
          </a:prstGeom>
          <a:solidFill>
            <a:srgbClr val="F8DC3C">
              <a:alpha val="39718"/>
            </a:srgbClr>
          </a:solidFill>
        </p:spPr>
        <p:txBody>
          <a:bodyPr vert="horz" wrap="square" lIns="0" tIns="1540" rIns="0" bIns="0" rtlCol="0">
            <a:spAutoFit/>
          </a:bodyPr>
          <a:lstStyle/>
          <a:p>
            <a:pPr algn="ctr" defTabSz="554355">
              <a:spcBef>
                <a:spcPts val="10"/>
              </a:spcBef>
            </a:pPr>
            <a:r>
              <a:rPr lang="en-US" sz="1545" kern="0" dirty="0">
                <a:solidFill>
                  <a:sysClr val="windowText" lastClr="000000"/>
                </a:solidFill>
                <a:latin typeface="Times New Roman" panose="02020603050405020304"/>
                <a:cs typeface="Times New Roman" panose="02020603050405020304"/>
              </a:rPr>
              <a:t>Communication Patterns</a:t>
            </a:r>
            <a:endParaRPr lang="en-US" sz="1545" kern="0" dirty="0">
              <a:solidFill>
                <a:sysClr val="windowText" lastClr="000000"/>
              </a:solidFill>
              <a:latin typeface="Times New Roman" panose="02020603050405020304"/>
              <a:cs typeface="Times New Roman" panose="02020603050405020304"/>
            </a:endParaRPr>
          </a:p>
        </p:txBody>
      </p:sp>
      <p:sp>
        <p:nvSpPr>
          <p:cNvPr id="23" name="object 23"/>
          <p:cNvSpPr txBox="1"/>
          <p:nvPr/>
        </p:nvSpPr>
        <p:spPr>
          <a:xfrm>
            <a:off x="1121436" y="3773731"/>
            <a:ext cx="1893362" cy="696745"/>
          </a:xfrm>
          <a:prstGeom prst="rect">
            <a:avLst/>
          </a:prstGeom>
          <a:solidFill>
            <a:srgbClr val="0071BA">
              <a:alpha val="39538"/>
            </a:srgbClr>
          </a:solidFill>
        </p:spPr>
        <p:txBody>
          <a:bodyPr vert="horz" wrap="square" lIns="0" tIns="1540" rIns="0" bIns="0" rtlCol="0" anchor="ctr">
            <a:spAutoFit/>
          </a:bodyPr>
          <a:lstStyle/>
          <a:p>
            <a:pPr defTabSz="554355">
              <a:spcBef>
                <a:spcPts val="10"/>
              </a:spcBef>
            </a:pPr>
            <a:endParaRPr sz="1545" kern="0" dirty="0">
              <a:solidFill>
                <a:sysClr val="windowText" lastClr="000000"/>
              </a:solidFill>
              <a:latin typeface="Times New Roman" panose="02020603050405020304"/>
              <a:cs typeface="Times New Roman" panose="02020603050405020304"/>
            </a:endParaRPr>
          </a:p>
          <a:p>
            <a:pPr algn="ctr" defTabSz="554355"/>
            <a:r>
              <a:rPr lang="en-US" sz="1485" kern="0" spc="-6" dirty="0">
                <a:solidFill>
                  <a:srgbClr val="444444"/>
                </a:solidFill>
                <a:latin typeface="Arial" panose="020B0604020202020204"/>
                <a:cs typeface="Arial" panose="020B0604020202020204"/>
              </a:rPr>
              <a:t>Relationships Between Entities</a:t>
            </a:r>
            <a:endParaRPr lang="en-US" sz="1485" kern="0" spc="-6" dirty="0">
              <a:solidFill>
                <a:srgbClr val="444444"/>
              </a:solidFill>
              <a:latin typeface="Arial" panose="020B0604020202020204"/>
              <a:cs typeface="Arial" panose="020B0604020202020204"/>
            </a:endParaRPr>
          </a:p>
        </p:txBody>
      </p:sp>
      <p:sp>
        <p:nvSpPr>
          <p:cNvPr id="25" name="TextBox 24"/>
          <p:cNvSpPr txBox="1"/>
          <p:nvPr/>
        </p:nvSpPr>
        <p:spPr>
          <a:xfrm>
            <a:off x="3807516" y="4103731"/>
            <a:ext cx="609600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Behavioral</a:t>
            </a:r>
            <a:endParaRPr lang="en-US" sz="2000" b="1" kern="0" dirty="0">
              <a:solidFill>
                <a:schemeClr val="tx2">
                  <a:lumMod val="75000"/>
                </a:schemeClr>
              </a:solidFill>
              <a:latin typeface="Arial" panose="020B0604020202020204"/>
              <a:cs typeface="Arial" panose="020B0604020202020204"/>
            </a:endParaRPr>
          </a:p>
        </p:txBody>
      </p:sp>
      <p:sp>
        <p:nvSpPr>
          <p:cNvPr id="26" name="TextBox 25"/>
          <p:cNvSpPr txBox="1"/>
          <p:nvPr/>
        </p:nvSpPr>
        <p:spPr>
          <a:xfrm>
            <a:off x="3559884" y="4161624"/>
            <a:ext cx="271867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Structural</a:t>
            </a:r>
            <a:endParaRPr lang="en-US" sz="2000" b="1" kern="0" dirty="0">
              <a:solidFill>
                <a:schemeClr val="tx2">
                  <a:lumMod val="75000"/>
                </a:schemeClr>
              </a:solidFill>
              <a:latin typeface="Arial" panose="020B0604020202020204"/>
              <a:cs typeface="Arial" panose="020B0604020202020204"/>
            </a:endParaRPr>
          </a:p>
        </p:txBody>
      </p:sp>
      <p:sp>
        <p:nvSpPr>
          <p:cNvPr id="27" name="TextBox 26"/>
          <p:cNvSpPr txBox="1"/>
          <p:nvPr/>
        </p:nvSpPr>
        <p:spPr>
          <a:xfrm>
            <a:off x="3048000" y="2552370"/>
            <a:ext cx="609600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Creational</a:t>
            </a:r>
            <a:endParaRPr lang="en-US" sz="2000" b="1" kern="0" dirty="0">
              <a:solidFill>
                <a:schemeClr val="tx2">
                  <a:lumMod val="75000"/>
                </a:schemeClr>
              </a:solidFill>
              <a:latin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103695"/>
            <a:ext cx="12191570" cy="6961694"/>
            <a:chOff x="-703" y="0"/>
            <a:chExt cx="20104802" cy="11480349"/>
          </a:xfrm>
        </p:grpSpPr>
        <p:sp>
          <p:nvSpPr>
            <p:cNvPr id="5" name="object 5"/>
            <p:cNvSpPr/>
            <p:nvPr/>
          </p:nvSpPr>
          <p:spPr>
            <a:xfrm>
              <a:off x="-703" y="1361215"/>
              <a:ext cx="6939643" cy="10119134"/>
            </a:xfrm>
            <a:custGeom>
              <a:avLst/>
              <a:gdLst/>
              <a:ahLst/>
              <a:cxnLst/>
              <a:rect l="l" t="t" r="r" b="b"/>
              <a:pathLst>
                <a:path w="4020820" h="9947910">
                  <a:moveTo>
                    <a:pt x="4020819" y="0"/>
                  </a:moveTo>
                  <a:lnTo>
                    <a:pt x="0" y="0"/>
                  </a:lnTo>
                  <a:lnTo>
                    <a:pt x="0" y="9947341"/>
                  </a:lnTo>
                  <a:lnTo>
                    <a:pt x="4020819" y="9947341"/>
                  </a:lnTo>
                  <a:lnTo>
                    <a:pt x="4020819"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6" name="object 6"/>
            <p:cNvPicPr/>
            <p:nvPr/>
          </p:nvPicPr>
          <p:blipFill>
            <a:blip r:embed="rId1" cstate="print"/>
            <a:stretch>
              <a:fillRect/>
            </a:stretch>
          </p:blipFill>
          <p:spPr>
            <a:xfrm>
              <a:off x="0" y="0"/>
              <a:ext cx="20104099" cy="1361215"/>
            </a:xfrm>
            <a:prstGeom prst="rect">
              <a:avLst/>
            </a:prstGeom>
          </p:spPr>
        </p:pic>
      </p:grpSp>
      <p:sp>
        <p:nvSpPr>
          <p:cNvPr id="7" name="object 7"/>
          <p:cNvSpPr txBox="1">
            <a:spLocks noGrp="1"/>
          </p:cNvSpPr>
          <p:nvPr>
            <p:ph type="title"/>
          </p:nvPr>
        </p:nvSpPr>
        <p:spPr>
          <a:xfrm>
            <a:off x="316226" y="-21307"/>
            <a:ext cx="5422739" cy="561385"/>
          </a:xfrm>
          <a:prstGeom prst="rect">
            <a:avLst/>
          </a:prstGeom>
        </p:spPr>
        <p:txBody>
          <a:bodyPr vert="horz" wrap="square" lIns="0" tIns="7316" rIns="0" bIns="0" rtlCol="0">
            <a:spAutoFit/>
          </a:bodyPr>
          <a:lstStyle/>
          <a:p>
            <a:pPr marL="7620">
              <a:spcBef>
                <a:spcPts val="60"/>
              </a:spcBef>
              <a:tabLst>
                <a:tab pos="988695" algn="l"/>
                <a:tab pos="2024380" algn="l"/>
                <a:tab pos="3176905" algn="l"/>
                <a:tab pos="3646805" algn="l"/>
              </a:tabLst>
            </a:pPr>
            <a:r>
              <a:rPr lang="en-US" sz="3600" dirty="0">
                <a:latin typeface="+mn-lt"/>
              </a:rPr>
              <a:t>Design Pattern Categories</a:t>
            </a:r>
            <a:endParaRPr sz="3600" dirty="0">
              <a:latin typeface="+mn-lt"/>
            </a:endParaRPr>
          </a:p>
        </p:txBody>
      </p:sp>
      <p:sp>
        <p:nvSpPr>
          <p:cNvPr id="82" name="object 5"/>
          <p:cNvSpPr/>
          <p:nvPr/>
        </p:nvSpPr>
        <p:spPr>
          <a:xfrm>
            <a:off x="8035489" y="721746"/>
            <a:ext cx="4156512" cy="6136253"/>
          </a:xfrm>
          <a:custGeom>
            <a:avLst/>
            <a:gdLst/>
            <a:ahLst/>
            <a:cxnLst/>
            <a:rect l="l" t="t" r="r" b="b"/>
            <a:pathLst>
              <a:path w="4020820" h="9947910">
                <a:moveTo>
                  <a:pt x="4020819" y="0"/>
                </a:moveTo>
                <a:lnTo>
                  <a:pt x="0" y="0"/>
                </a:lnTo>
                <a:lnTo>
                  <a:pt x="0" y="9947341"/>
                </a:lnTo>
                <a:lnTo>
                  <a:pt x="4020819" y="9947341"/>
                </a:lnTo>
                <a:lnTo>
                  <a:pt x="4020819"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2" name="TextBox 1"/>
          <p:cNvSpPr txBox="1"/>
          <p:nvPr/>
        </p:nvSpPr>
        <p:spPr>
          <a:xfrm>
            <a:off x="386248" y="3435543"/>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Factory Method</a:t>
            </a:r>
            <a:endParaRPr lang="en-US" sz="2400" b="1" kern="0" dirty="0">
              <a:solidFill>
                <a:schemeClr val="tx2">
                  <a:lumMod val="75000"/>
                </a:schemeClr>
              </a:solidFill>
              <a:cs typeface="Arial" panose="020B0604020202020204"/>
            </a:endParaRPr>
          </a:p>
        </p:txBody>
      </p:sp>
      <p:grpSp>
        <p:nvGrpSpPr>
          <p:cNvPr id="12" name="object 26"/>
          <p:cNvGrpSpPr/>
          <p:nvPr/>
        </p:nvGrpSpPr>
        <p:grpSpPr>
          <a:xfrm>
            <a:off x="-295972" y="464931"/>
            <a:ext cx="4773803" cy="2047410"/>
            <a:chOff x="6417001" y="5142220"/>
            <a:chExt cx="7270097" cy="2704426"/>
          </a:xfrm>
        </p:grpSpPr>
        <p:pic>
          <p:nvPicPr>
            <p:cNvPr id="13" name="object 27"/>
            <p:cNvPicPr/>
            <p:nvPr/>
          </p:nvPicPr>
          <p:blipFill>
            <a:blip r:embed="rId2" cstate="print"/>
            <a:stretch>
              <a:fillRect/>
            </a:stretch>
          </p:blipFill>
          <p:spPr>
            <a:xfrm>
              <a:off x="6417001" y="5142220"/>
              <a:ext cx="7270097" cy="2704426"/>
            </a:xfrm>
            <a:prstGeom prst="rect">
              <a:avLst/>
            </a:prstGeom>
          </p:spPr>
        </p:pic>
        <p:pic>
          <p:nvPicPr>
            <p:cNvPr id="14" name="object 28"/>
            <p:cNvPicPr/>
            <p:nvPr/>
          </p:nvPicPr>
          <p:blipFill>
            <a:blip r:embed="rId1" cstate="print"/>
            <a:stretch>
              <a:fillRect/>
            </a:stretch>
          </p:blipFill>
          <p:spPr>
            <a:xfrm>
              <a:off x="7149963" y="5613735"/>
              <a:ext cx="5804173" cy="1238502"/>
            </a:xfrm>
            <a:prstGeom prst="rect">
              <a:avLst/>
            </a:prstGeom>
          </p:spPr>
        </p:pic>
      </p:grpSp>
      <p:sp>
        <p:nvSpPr>
          <p:cNvPr id="15" name="object 29"/>
          <p:cNvSpPr txBox="1"/>
          <p:nvPr/>
        </p:nvSpPr>
        <p:spPr>
          <a:xfrm>
            <a:off x="357216" y="1060964"/>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Creational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grpSp>
        <p:nvGrpSpPr>
          <p:cNvPr id="16" name="object 26"/>
          <p:cNvGrpSpPr/>
          <p:nvPr/>
        </p:nvGrpSpPr>
        <p:grpSpPr>
          <a:xfrm>
            <a:off x="7726659" y="448560"/>
            <a:ext cx="4773815" cy="2047440"/>
            <a:chOff x="6417001" y="5142218"/>
            <a:chExt cx="7270115" cy="2704465"/>
          </a:xfrm>
        </p:grpSpPr>
        <p:pic>
          <p:nvPicPr>
            <p:cNvPr id="17" name="object 27"/>
            <p:cNvPicPr/>
            <p:nvPr/>
          </p:nvPicPr>
          <p:blipFill>
            <a:blip r:embed="rId2" cstate="print"/>
            <a:stretch>
              <a:fillRect/>
            </a:stretch>
          </p:blipFill>
          <p:spPr>
            <a:xfrm>
              <a:off x="6417001" y="5142218"/>
              <a:ext cx="7270096" cy="2704426"/>
            </a:xfrm>
            <a:prstGeom prst="rect">
              <a:avLst/>
            </a:prstGeom>
          </p:spPr>
        </p:pic>
        <p:pic>
          <p:nvPicPr>
            <p:cNvPr id="18" name="object 28"/>
            <p:cNvPicPr/>
            <p:nvPr/>
          </p:nvPicPr>
          <p:blipFill>
            <a:blip r:embed="rId1" cstate="print"/>
            <a:stretch>
              <a:fillRect/>
            </a:stretch>
          </p:blipFill>
          <p:spPr>
            <a:xfrm>
              <a:off x="7149963" y="5613735"/>
              <a:ext cx="5804173" cy="1238502"/>
            </a:xfrm>
            <a:prstGeom prst="rect">
              <a:avLst/>
            </a:prstGeom>
          </p:spPr>
        </p:pic>
      </p:grpSp>
      <p:sp>
        <p:nvSpPr>
          <p:cNvPr id="19" name="object 29"/>
          <p:cNvSpPr txBox="1"/>
          <p:nvPr/>
        </p:nvSpPr>
        <p:spPr>
          <a:xfrm>
            <a:off x="8534133" y="1019418"/>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Behavioral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grpSp>
        <p:nvGrpSpPr>
          <p:cNvPr id="20" name="object 26"/>
          <p:cNvGrpSpPr/>
          <p:nvPr/>
        </p:nvGrpSpPr>
        <p:grpSpPr>
          <a:xfrm>
            <a:off x="3751271" y="440561"/>
            <a:ext cx="4773815" cy="2047440"/>
            <a:chOff x="6417001" y="5142218"/>
            <a:chExt cx="7270115" cy="2704465"/>
          </a:xfrm>
        </p:grpSpPr>
        <p:pic>
          <p:nvPicPr>
            <p:cNvPr id="21" name="object 27"/>
            <p:cNvPicPr/>
            <p:nvPr/>
          </p:nvPicPr>
          <p:blipFill>
            <a:blip r:embed="rId2" cstate="print"/>
            <a:stretch>
              <a:fillRect/>
            </a:stretch>
          </p:blipFill>
          <p:spPr>
            <a:xfrm>
              <a:off x="6417001" y="5142218"/>
              <a:ext cx="7270096" cy="2704426"/>
            </a:xfrm>
            <a:prstGeom prst="rect">
              <a:avLst/>
            </a:prstGeom>
          </p:spPr>
        </p:pic>
        <p:pic>
          <p:nvPicPr>
            <p:cNvPr id="22" name="object 28"/>
            <p:cNvPicPr/>
            <p:nvPr/>
          </p:nvPicPr>
          <p:blipFill>
            <a:blip r:embed="rId1" cstate="print"/>
            <a:stretch>
              <a:fillRect/>
            </a:stretch>
          </p:blipFill>
          <p:spPr>
            <a:xfrm>
              <a:off x="7149963" y="5613735"/>
              <a:ext cx="5804173" cy="1238502"/>
            </a:xfrm>
            <a:prstGeom prst="rect">
              <a:avLst/>
            </a:prstGeom>
          </p:spPr>
        </p:pic>
      </p:grpSp>
      <p:sp>
        <p:nvSpPr>
          <p:cNvPr id="23" name="object 29"/>
          <p:cNvSpPr txBox="1"/>
          <p:nvPr/>
        </p:nvSpPr>
        <p:spPr>
          <a:xfrm>
            <a:off x="4404459" y="1036594"/>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lang="en-US" sz="2400" b="1" kern="0" spc="-6" dirty="0">
                <a:solidFill>
                  <a:srgbClr val="1F497D">
                    <a:lumMod val="75000"/>
                  </a:srgbClr>
                </a:solidFill>
                <a:highlight>
                  <a:srgbClr val="FFFF00"/>
                </a:highlight>
                <a:latin typeface="Calibri" panose="020F0502020204030204"/>
                <a:cs typeface="Arial" panose="020B0604020202020204"/>
              </a:rPr>
              <a:t>Structural</a:t>
            </a: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sp>
        <p:nvSpPr>
          <p:cNvPr id="24" name="TextBox 23"/>
          <p:cNvSpPr txBox="1"/>
          <p:nvPr/>
        </p:nvSpPr>
        <p:spPr>
          <a:xfrm>
            <a:off x="386248" y="2955743"/>
            <a:ext cx="1191126"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Builder</a:t>
            </a:r>
            <a:endParaRPr lang="en-US" sz="2400" b="1" kern="0" dirty="0">
              <a:solidFill>
                <a:schemeClr val="tx2">
                  <a:lumMod val="75000"/>
                </a:schemeClr>
              </a:solidFill>
              <a:cs typeface="Arial" panose="020B0604020202020204"/>
            </a:endParaRPr>
          </a:p>
        </p:txBody>
      </p:sp>
      <p:sp>
        <p:nvSpPr>
          <p:cNvPr id="25" name="TextBox 24"/>
          <p:cNvSpPr txBox="1"/>
          <p:nvPr/>
        </p:nvSpPr>
        <p:spPr>
          <a:xfrm>
            <a:off x="386248" y="2433750"/>
            <a:ext cx="165304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Prototype</a:t>
            </a:r>
            <a:endParaRPr lang="en-US" sz="2400" b="1" kern="0" dirty="0">
              <a:solidFill>
                <a:schemeClr val="tx2">
                  <a:lumMod val="75000"/>
                </a:schemeClr>
              </a:solidFill>
              <a:cs typeface="Arial" panose="020B0604020202020204"/>
            </a:endParaRPr>
          </a:p>
        </p:txBody>
      </p:sp>
      <p:sp>
        <p:nvSpPr>
          <p:cNvPr id="26" name="TextBox 25"/>
          <p:cNvSpPr txBox="1"/>
          <p:nvPr/>
        </p:nvSpPr>
        <p:spPr>
          <a:xfrm>
            <a:off x="386248" y="1946995"/>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Singleton</a:t>
            </a:r>
            <a:endParaRPr lang="en-US" sz="2400" b="1" kern="0" dirty="0">
              <a:solidFill>
                <a:schemeClr val="tx2">
                  <a:lumMod val="75000"/>
                </a:schemeClr>
              </a:solidFill>
              <a:cs typeface="Arial" panose="020B0604020202020204"/>
            </a:endParaRPr>
          </a:p>
        </p:txBody>
      </p:sp>
      <p:sp>
        <p:nvSpPr>
          <p:cNvPr id="27" name="TextBox 26"/>
          <p:cNvSpPr txBox="1"/>
          <p:nvPr/>
        </p:nvSpPr>
        <p:spPr>
          <a:xfrm>
            <a:off x="386248" y="3957536"/>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Abstract Factory</a:t>
            </a:r>
            <a:endParaRPr lang="en-US" sz="2400" b="1" kern="0" dirty="0">
              <a:solidFill>
                <a:schemeClr val="tx2">
                  <a:lumMod val="75000"/>
                </a:schemeClr>
              </a:solidFill>
              <a:cs typeface="Arial" panose="020B0604020202020204"/>
            </a:endParaRPr>
          </a:p>
        </p:txBody>
      </p:sp>
      <p:sp>
        <p:nvSpPr>
          <p:cNvPr id="28" name="TextBox 27"/>
          <p:cNvSpPr txBox="1"/>
          <p:nvPr/>
        </p:nvSpPr>
        <p:spPr>
          <a:xfrm>
            <a:off x="4534043" y="3331174"/>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Decorator</a:t>
            </a:r>
            <a:endParaRPr lang="en-US" sz="2400" b="1" kern="0" dirty="0">
              <a:solidFill>
                <a:schemeClr val="tx2">
                  <a:lumMod val="75000"/>
                </a:schemeClr>
              </a:solidFill>
              <a:cs typeface="Arial" panose="020B0604020202020204"/>
            </a:endParaRPr>
          </a:p>
        </p:txBody>
      </p:sp>
      <p:sp>
        <p:nvSpPr>
          <p:cNvPr id="29" name="TextBox 28"/>
          <p:cNvSpPr txBox="1"/>
          <p:nvPr/>
        </p:nvSpPr>
        <p:spPr>
          <a:xfrm>
            <a:off x="4472186" y="2803202"/>
            <a:ext cx="2206122"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Composite</a:t>
            </a:r>
            <a:endParaRPr lang="en-US" sz="2400" b="1" kern="0" dirty="0">
              <a:solidFill>
                <a:schemeClr val="tx2">
                  <a:lumMod val="75000"/>
                </a:schemeClr>
              </a:solidFill>
              <a:cs typeface="Arial" panose="020B0604020202020204"/>
            </a:endParaRPr>
          </a:p>
        </p:txBody>
      </p:sp>
      <p:sp>
        <p:nvSpPr>
          <p:cNvPr id="30" name="TextBox 29"/>
          <p:cNvSpPr txBox="1"/>
          <p:nvPr/>
        </p:nvSpPr>
        <p:spPr>
          <a:xfrm>
            <a:off x="4534043" y="2329381"/>
            <a:ext cx="165304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Bridge</a:t>
            </a:r>
            <a:endParaRPr lang="en-US" sz="2400" b="1" kern="0" dirty="0">
              <a:solidFill>
                <a:schemeClr val="tx2">
                  <a:lumMod val="75000"/>
                </a:schemeClr>
              </a:solidFill>
              <a:cs typeface="Arial" panose="020B0604020202020204"/>
            </a:endParaRPr>
          </a:p>
        </p:txBody>
      </p:sp>
      <p:sp>
        <p:nvSpPr>
          <p:cNvPr id="31" name="TextBox 30"/>
          <p:cNvSpPr txBox="1"/>
          <p:nvPr/>
        </p:nvSpPr>
        <p:spPr>
          <a:xfrm>
            <a:off x="4534043" y="1842626"/>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Adapter</a:t>
            </a:r>
            <a:endParaRPr lang="en-US" sz="2400" b="1" kern="0" dirty="0">
              <a:solidFill>
                <a:schemeClr val="tx2">
                  <a:lumMod val="75000"/>
                </a:schemeClr>
              </a:solidFill>
              <a:cs typeface="Arial" panose="020B0604020202020204"/>
            </a:endParaRPr>
          </a:p>
        </p:txBody>
      </p:sp>
      <p:sp>
        <p:nvSpPr>
          <p:cNvPr id="32" name="TextBox 31"/>
          <p:cNvSpPr txBox="1"/>
          <p:nvPr/>
        </p:nvSpPr>
        <p:spPr>
          <a:xfrm>
            <a:off x="4534043" y="3853167"/>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Facade</a:t>
            </a:r>
            <a:endParaRPr lang="en-US" sz="2400" b="1" kern="0" dirty="0">
              <a:solidFill>
                <a:schemeClr val="tx2">
                  <a:lumMod val="75000"/>
                </a:schemeClr>
              </a:solidFill>
              <a:cs typeface="Arial" panose="020B0604020202020204"/>
            </a:endParaRPr>
          </a:p>
        </p:txBody>
      </p:sp>
      <p:sp>
        <p:nvSpPr>
          <p:cNvPr id="33" name="TextBox 32"/>
          <p:cNvSpPr txBox="1"/>
          <p:nvPr/>
        </p:nvSpPr>
        <p:spPr>
          <a:xfrm>
            <a:off x="4540724" y="4331715"/>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Flyweight</a:t>
            </a:r>
            <a:endParaRPr lang="en-US" sz="2400" b="1" kern="0" dirty="0">
              <a:solidFill>
                <a:schemeClr val="tx2">
                  <a:lumMod val="75000"/>
                </a:schemeClr>
              </a:solidFill>
              <a:cs typeface="Arial" panose="020B0604020202020204"/>
            </a:endParaRPr>
          </a:p>
        </p:txBody>
      </p:sp>
      <p:sp>
        <p:nvSpPr>
          <p:cNvPr id="34" name="TextBox 33"/>
          <p:cNvSpPr txBox="1"/>
          <p:nvPr/>
        </p:nvSpPr>
        <p:spPr>
          <a:xfrm>
            <a:off x="4517036" y="4810263"/>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Proxy</a:t>
            </a:r>
            <a:endParaRPr lang="en-US" sz="2400" b="1" kern="0" dirty="0">
              <a:solidFill>
                <a:schemeClr val="tx2">
                  <a:lumMod val="75000"/>
                </a:schemeClr>
              </a:solidFill>
              <a:cs typeface="Arial" panose="020B0604020202020204"/>
            </a:endParaRPr>
          </a:p>
        </p:txBody>
      </p:sp>
      <p:sp>
        <p:nvSpPr>
          <p:cNvPr id="35" name="TextBox 34"/>
          <p:cNvSpPr txBox="1"/>
          <p:nvPr/>
        </p:nvSpPr>
        <p:spPr>
          <a:xfrm>
            <a:off x="8112449" y="3284022"/>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Visitor</a:t>
            </a:r>
            <a:endParaRPr lang="en-US" sz="2400" b="1" kern="0" dirty="0">
              <a:solidFill>
                <a:schemeClr val="tx2">
                  <a:lumMod val="75000"/>
                </a:schemeClr>
              </a:solidFill>
              <a:cs typeface="Arial" panose="020B0604020202020204"/>
            </a:endParaRPr>
          </a:p>
        </p:txBody>
      </p:sp>
      <p:sp>
        <p:nvSpPr>
          <p:cNvPr id="36" name="TextBox 35"/>
          <p:cNvSpPr txBox="1"/>
          <p:nvPr/>
        </p:nvSpPr>
        <p:spPr>
          <a:xfrm>
            <a:off x="8050592" y="2756050"/>
            <a:ext cx="300451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Template Method</a:t>
            </a:r>
            <a:endParaRPr lang="en-US" sz="2400" b="1" kern="0" dirty="0">
              <a:solidFill>
                <a:schemeClr val="tx2">
                  <a:lumMod val="75000"/>
                </a:schemeClr>
              </a:solidFill>
              <a:cs typeface="Arial" panose="020B0604020202020204"/>
            </a:endParaRPr>
          </a:p>
        </p:txBody>
      </p:sp>
      <p:sp>
        <p:nvSpPr>
          <p:cNvPr id="37" name="TextBox 36"/>
          <p:cNvSpPr txBox="1"/>
          <p:nvPr/>
        </p:nvSpPr>
        <p:spPr>
          <a:xfrm>
            <a:off x="8112449" y="2282229"/>
            <a:ext cx="165304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State</a:t>
            </a:r>
            <a:endParaRPr lang="en-US" sz="2400" b="1" kern="0" dirty="0">
              <a:solidFill>
                <a:schemeClr val="tx2">
                  <a:lumMod val="75000"/>
                </a:schemeClr>
              </a:solidFill>
              <a:cs typeface="Arial" panose="020B0604020202020204"/>
            </a:endParaRPr>
          </a:p>
        </p:txBody>
      </p:sp>
      <p:sp>
        <p:nvSpPr>
          <p:cNvPr id="38" name="TextBox 37"/>
          <p:cNvSpPr txBox="1"/>
          <p:nvPr/>
        </p:nvSpPr>
        <p:spPr>
          <a:xfrm>
            <a:off x="8112449" y="1795474"/>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Strategy</a:t>
            </a:r>
            <a:endParaRPr lang="en-US" sz="2400" b="1" kern="0" dirty="0">
              <a:solidFill>
                <a:schemeClr val="tx2">
                  <a:lumMod val="75000"/>
                </a:schemeClr>
              </a:solidFill>
              <a:cs typeface="Arial" panose="020B0604020202020204"/>
            </a:endParaRPr>
          </a:p>
        </p:txBody>
      </p:sp>
      <p:sp>
        <p:nvSpPr>
          <p:cNvPr id="39" name="TextBox 38"/>
          <p:cNvSpPr txBox="1"/>
          <p:nvPr/>
        </p:nvSpPr>
        <p:spPr>
          <a:xfrm>
            <a:off x="8112449" y="3806015"/>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Observer</a:t>
            </a:r>
            <a:endParaRPr lang="en-US" sz="2400" b="1" kern="0" dirty="0">
              <a:solidFill>
                <a:schemeClr val="tx2">
                  <a:lumMod val="75000"/>
                </a:schemeClr>
              </a:solidFill>
              <a:cs typeface="Arial" panose="020B0604020202020204"/>
            </a:endParaRPr>
          </a:p>
        </p:txBody>
      </p:sp>
      <p:sp>
        <p:nvSpPr>
          <p:cNvPr id="40" name="TextBox 39"/>
          <p:cNvSpPr txBox="1"/>
          <p:nvPr/>
        </p:nvSpPr>
        <p:spPr>
          <a:xfrm>
            <a:off x="8119130" y="4284563"/>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Memento</a:t>
            </a:r>
            <a:endParaRPr lang="en-US" sz="2400" b="1" kern="0" dirty="0">
              <a:solidFill>
                <a:schemeClr val="tx2">
                  <a:lumMod val="75000"/>
                </a:schemeClr>
              </a:solidFill>
              <a:cs typeface="Arial" panose="020B0604020202020204"/>
            </a:endParaRPr>
          </a:p>
        </p:txBody>
      </p:sp>
      <p:sp>
        <p:nvSpPr>
          <p:cNvPr id="41" name="TextBox 40"/>
          <p:cNvSpPr txBox="1"/>
          <p:nvPr/>
        </p:nvSpPr>
        <p:spPr>
          <a:xfrm>
            <a:off x="8110071" y="4788581"/>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Mediator</a:t>
            </a:r>
            <a:endParaRPr lang="en-US" sz="2400" b="1" kern="0" dirty="0">
              <a:solidFill>
                <a:schemeClr val="tx2">
                  <a:lumMod val="75000"/>
                </a:schemeClr>
              </a:solidFill>
              <a:cs typeface="Arial" panose="020B0604020202020204"/>
            </a:endParaRPr>
          </a:p>
        </p:txBody>
      </p:sp>
      <p:sp>
        <p:nvSpPr>
          <p:cNvPr id="42" name="TextBox 41"/>
          <p:cNvSpPr txBox="1"/>
          <p:nvPr/>
        </p:nvSpPr>
        <p:spPr>
          <a:xfrm>
            <a:off x="10007989" y="6333977"/>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Chain of Resp.</a:t>
            </a:r>
            <a:endParaRPr lang="en-US" sz="2400" b="1" kern="0" dirty="0">
              <a:solidFill>
                <a:schemeClr val="tx2">
                  <a:lumMod val="75000"/>
                </a:schemeClr>
              </a:solidFill>
              <a:cs typeface="Arial" panose="020B0604020202020204"/>
            </a:endParaRPr>
          </a:p>
        </p:txBody>
      </p:sp>
      <p:sp>
        <p:nvSpPr>
          <p:cNvPr id="43" name="TextBox 42"/>
          <p:cNvSpPr txBox="1"/>
          <p:nvPr/>
        </p:nvSpPr>
        <p:spPr>
          <a:xfrm>
            <a:off x="10010650" y="5848726"/>
            <a:ext cx="1737809"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Command</a:t>
            </a:r>
            <a:endParaRPr lang="en-US" sz="2400" b="1" kern="0" dirty="0">
              <a:solidFill>
                <a:schemeClr val="tx2">
                  <a:lumMod val="75000"/>
                </a:schemeClr>
              </a:solidFill>
              <a:cs typeface="Arial" panose="020B0604020202020204"/>
            </a:endParaRPr>
          </a:p>
        </p:txBody>
      </p:sp>
      <p:sp>
        <p:nvSpPr>
          <p:cNvPr id="44" name="TextBox 43"/>
          <p:cNvSpPr txBox="1"/>
          <p:nvPr/>
        </p:nvSpPr>
        <p:spPr>
          <a:xfrm>
            <a:off x="10095419" y="4958125"/>
            <a:ext cx="1653040" cy="830997"/>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Interpreter</a:t>
            </a:r>
            <a:endParaRPr lang="en-US" sz="2400" b="1" kern="0" dirty="0">
              <a:solidFill>
                <a:schemeClr val="tx2">
                  <a:lumMod val="75000"/>
                </a:schemeClr>
              </a:solidFill>
              <a:cs typeface="Arial" panose="020B0604020202020204"/>
            </a:endParaRPr>
          </a:p>
        </p:txBody>
      </p:sp>
      <p:sp>
        <p:nvSpPr>
          <p:cNvPr id="45" name="TextBox 44"/>
          <p:cNvSpPr txBox="1"/>
          <p:nvPr/>
        </p:nvSpPr>
        <p:spPr>
          <a:xfrm>
            <a:off x="10007989" y="4845429"/>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Iterator</a:t>
            </a:r>
            <a:endParaRPr lang="en-US" sz="2400" b="1" kern="0" dirty="0">
              <a:solidFill>
                <a:schemeClr val="tx2">
                  <a:lumMod val="75000"/>
                </a:schemeClr>
              </a:solidFill>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Singleton</a:t>
            </a:r>
            <a:endParaRPr sz="2000" b="1" kern="0" dirty="0">
              <a:solidFill>
                <a:sysClr val="windowText" lastClr="000000"/>
              </a:solidFill>
              <a:cs typeface="Arial" panose="020B0604020202020204"/>
            </a:endParaRPr>
          </a:p>
        </p:txBody>
      </p:sp>
      <p:sp>
        <p:nvSpPr>
          <p:cNvPr id="10"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Abstract Factory</a:t>
            </a:r>
            <a:endParaRPr lang="en-US" sz="2000" b="1" kern="0" dirty="0">
              <a:solidFill>
                <a:srgbClr val="444444"/>
              </a:solidFill>
              <a:cs typeface="Arial" panose="020B0604020202020204"/>
            </a:endParaRPr>
          </a:p>
        </p:txBody>
      </p:sp>
      <p:sp>
        <p:nvSpPr>
          <p:cNvPr id="11"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Factory Method</a:t>
            </a:r>
            <a:endParaRPr lang="en-US" sz="2000" b="1" kern="0" spc="49" dirty="0">
              <a:solidFill>
                <a:srgbClr val="444444"/>
              </a:solidFill>
              <a:cs typeface="Arial" panose="020B0604020202020204"/>
            </a:endParaRPr>
          </a:p>
        </p:txBody>
      </p:sp>
      <p:sp>
        <p:nvSpPr>
          <p:cNvPr id="12"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Builder</a:t>
            </a:r>
            <a:endParaRPr lang="en-US" sz="2000" b="1" kern="0" dirty="0">
              <a:solidFill>
                <a:sysClr val="windowText" lastClr="000000"/>
              </a:solidFill>
              <a:cs typeface="Arial" panose="020B0604020202020204"/>
            </a:endParaRPr>
          </a:p>
        </p:txBody>
      </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Creational Design Patterns</a:t>
            </a:r>
            <a:br>
              <a:rPr lang="en-US" sz="3275" kern="0" dirty="0"/>
            </a:br>
            <a:endParaRPr lang="en-US" kern="0" dirty="0"/>
          </a:p>
        </p:txBody>
      </p:sp>
      <p:sp>
        <p:nvSpPr>
          <p:cNvPr id="14" name="object 11"/>
          <p:cNvSpPr txBox="1"/>
          <p:nvPr/>
        </p:nvSpPr>
        <p:spPr>
          <a:xfrm>
            <a:off x="4143611" y="1143993"/>
            <a:ext cx="5854045" cy="676866"/>
          </a:xfrm>
          <a:prstGeom prst="rect">
            <a:avLst/>
          </a:prstGeom>
          <a:solidFill>
            <a:srgbClr val="D6D6D6"/>
          </a:solidFill>
        </p:spPr>
        <p:txBody>
          <a:bodyPr vert="horz" wrap="square" lIns="0" tIns="121680" rIns="0" bIns="0" rtlCol="0">
            <a:spAutoFit/>
          </a:bodyPr>
          <a:lstStyle/>
          <a:p>
            <a:pPr algn="ctr" defTabSz="554355">
              <a:spcBef>
                <a:spcPts val="960"/>
              </a:spcBef>
            </a:pPr>
            <a:r>
              <a:rPr lang="en-US" kern="0" dirty="0">
                <a:solidFill>
                  <a:srgbClr val="444444"/>
                </a:solidFill>
                <a:cs typeface="Arial" panose="020B0604020202020204"/>
              </a:rPr>
              <a:t>Singletons are useful in situations where system-wide actions need to be coordinated from a single central place.</a:t>
            </a:r>
            <a:endParaRPr kern="0" dirty="0">
              <a:solidFill>
                <a:sysClr val="windowText" lastClr="000000"/>
              </a:solidFill>
              <a:cs typeface="Arial" panose="020B0604020202020204"/>
            </a:endParaRPr>
          </a:p>
        </p:txBody>
      </p:sp>
      <p:sp>
        <p:nvSpPr>
          <p:cNvPr id="15" name="object 5"/>
          <p:cNvSpPr txBox="1"/>
          <p:nvPr/>
        </p:nvSpPr>
        <p:spPr>
          <a:xfrm>
            <a:off x="371666" y="1701297"/>
            <a:ext cx="3175628" cy="430645"/>
          </a:xfrm>
          <a:prstGeom prst="rect">
            <a:avLst/>
          </a:prstGeom>
          <a:solidFill>
            <a:schemeClr val="bg1">
              <a:lumMod val="85000"/>
            </a:schemeClr>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Prototype</a:t>
            </a:r>
            <a:endParaRPr lang="en-US" sz="2000" b="1" kern="0" dirty="0">
              <a:solidFill>
                <a:sysClr val="windowText" lastClr="000000"/>
              </a:solidFill>
              <a:cs typeface="Arial" panose="020B0604020202020204"/>
            </a:endParaRPr>
          </a:p>
        </p:txBody>
      </p:sp>
      <p:pic>
        <p:nvPicPr>
          <p:cNvPr id="1026" name="Picture 2" descr="Diagram JavaScript Singleton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526" y="2225051"/>
            <a:ext cx="4689442" cy="20624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Singleton</a:t>
            </a:r>
            <a:endParaRPr sz="2000" b="1" kern="0" dirty="0">
              <a:solidFill>
                <a:sysClr val="windowText" lastClr="000000"/>
              </a:solidFill>
              <a:cs typeface="Arial" panose="020B0604020202020204"/>
            </a:endParaRPr>
          </a:p>
        </p:txBody>
      </p:sp>
      <p:sp>
        <p:nvSpPr>
          <p:cNvPr id="10"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Abstract Factory</a:t>
            </a:r>
            <a:endParaRPr lang="en-US" sz="2000" b="1" kern="0" dirty="0">
              <a:solidFill>
                <a:srgbClr val="444444"/>
              </a:solidFill>
              <a:cs typeface="Arial" panose="020B0604020202020204"/>
            </a:endParaRPr>
          </a:p>
        </p:txBody>
      </p:sp>
      <p:sp>
        <p:nvSpPr>
          <p:cNvPr id="11"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Factory Method</a:t>
            </a:r>
            <a:endParaRPr lang="en-US" sz="2000" b="1" kern="0" spc="49" dirty="0">
              <a:solidFill>
                <a:srgbClr val="444444"/>
              </a:solidFill>
              <a:cs typeface="Arial" panose="020B0604020202020204"/>
            </a:endParaRPr>
          </a:p>
        </p:txBody>
      </p:sp>
      <p:sp>
        <p:nvSpPr>
          <p:cNvPr id="12"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Builder</a:t>
            </a:r>
            <a:endParaRPr lang="en-US" sz="2000" b="1" kern="0" dirty="0">
              <a:solidFill>
                <a:sysClr val="windowText" lastClr="000000"/>
              </a:solidFill>
              <a:cs typeface="Arial" panose="020B0604020202020204"/>
            </a:endParaRPr>
          </a:p>
        </p:txBody>
      </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Creational Design Patterns</a:t>
            </a:r>
            <a:br>
              <a:rPr lang="en-US" sz="3275" kern="0" dirty="0"/>
            </a:br>
            <a:endParaRPr lang="en-US" kern="0" dirty="0"/>
          </a:p>
        </p:txBody>
      </p:sp>
      <p:sp>
        <p:nvSpPr>
          <p:cNvPr id="14" name="object 11"/>
          <p:cNvSpPr txBox="1"/>
          <p:nvPr/>
        </p:nvSpPr>
        <p:spPr>
          <a:xfrm>
            <a:off x="4143611" y="1143993"/>
            <a:ext cx="5854045" cy="1230864"/>
          </a:xfrm>
          <a:prstGeom prst="rect">
            <a:avLst/>
          </a:prstGeom>
          <a:solidFill>
            <a:srgbClr val="D6D6D6"/>
          </a:solidFill>
        </p:spPr>
        <p:txBody>
          <a:bodyPr vert="horz" wrap="square" lIns="0" tIns="121680" rIns="0" bIns="0" rtlCol="0">
            <a:spAutoFit/>
          </a:bodyPr>
          <a:lstStyle/>
          <a:p>
            <a:pPr algn="ctr" defTabSz="554355">
              <a:spcBef>
                <a:spcPts val="960"/>
              </a:spcBef>
            </a:pPr>
            <a:r>
              <a:rPr lang="en-US" kern="0" dirty="0">
                <a:solidFill>
                  <a:srgbClr val="444444"/>
                </a:solidFill>
                <a:cs typeface="Arial" panose="020B0604020202020204"/>
              </a:rPr>
              <a:t>The Prototype Pattern creates new objects, but rather than creating non-initialized objects it returns objects that are initialized with values it copied from a prototype ,The Prototype pattern is also referred to as the Properties pattern.</a:t>
            </a:r>
            <a:endParaRPr kern="0" dirty="0">
              <a:solidFill>
                <a:sysClr val="windowText" lastClr="000000"/>
              </a:solidFill>
              <a:cs typeface="Arial" panose="020B0604020202020204"/>
            </a:endParaRPr>
          </a:p>
        </p:txBody>
      </p:sp>
      <p:sp>
        <p:nvSpPr>
          <p:cNvPr id="15"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Prototype</a:t>
            </a:r>
            <a:endParaRPr lang="en-US" sz="2000" b="1" kern="0" dirty="0">
              <a:solidFill>
                <a:sysClr val="windowText" lastClr="000000"/>
              </a:solidFill>
              <a:cs typeface="Arial" panose="020B0604020202020204"/>
            </a:endParaRPr>
          </a:p>
        </p:txBody>
      </p:sp>
      <p:pic>
        <p:nvPicPr>
          <p:cNvPr id="2050" name="Picture 2" descr="Diagram JavaScript Prototype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2264" y="2970407"/>
            <a:ext cx="5585617" cy="22049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Singleton</a:t>
            </a:r>
            <a:endParaRPr sz="2000" b="1" kern="0" dirty="0">
              <a:solidFill>
                <a:sysClr val="windowText" lastClr="000000"/>
              </a:solidFill>
              <a:cs typeface="Arial" panose="020B0604020202020204"/>
            </a:endParaRPr>
          </a:p>
        </p:txBody>
      </p:sp>
      <p:sp>
        <p:nvSpPr>
          <p:cNvPr id="10"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Abstract Factory</a:t>
            </a:r>
            <a:endParaRPr lang="en-US" sz="2000" b="1" kern="0" dirty="0">
              <a:solidFill>
                <a:srgbClr val="444444"/>
              </a:solidFill>
              <a:cs typeface="Arial" panose="020B0604020202020204"/>
            </a:endParaRPr>
          </a:p>
        </p:txBody>
      </p:sp>
      <p:sp>
        <p:nvSpPr>
          <p:cNvPr id="11"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Factory Method</a:t>
            </a:r>
            <a:endParaRPr lang="en-US" sz="2000" b="1" kern="0" spc="49" dirty="0">
              <a:solidFill>
                <a:srgbClr val="444444"/>
              </a:solidFill>
              <a:cs typeface="Arial" panose="020B0604020202020204"/>
            </a:endParaRPr>
          </a:p>
        </p:txBody>
      </p:sp>
      <p:sp>
        <p:nvSpPr>
          <p:cNvPr id="12"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Builder</a:t>
            </a:r>
            <a:endParaRPr lang="en-US" sz="2000" b="1" kern="0" dirty="0">
              <a:solidFill>
                <a:sysClr val="windowText" lastClr="000000"/>
              </a:solidFill>
              <a:cs typeface="Arial" panose="020B0604020202020204"/>
            </a:endParaRPr>
          </a:p>
        </p:txBody>
      </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Creational Design Patterns</a:t>
            </a:r>
            <a:br>
              <a:rPr lang="en-US" sz="3275" kern="0" dirty="0"/>
            </a:br>
            <a:endParaRPr lang="en-US" kern="0" dirty="0"/>
          </a:p>
        </p:txBody>
      </p:sp>
      <p:sp>
        <p:nvSpPr>
          <p:cNvPr id="14" name="object 11"/>
          <p:cNvSpPr txBox="1"/>
          <p:nvPr/>
        </p:nvSpPr>
        <p:spPr>
          <a:xfrm>
            <a:off x="4143611" y="1143993"/>
            <a:ext cx="5854045" cy="953865"/>
          </a:xfrm>
          <a:prstGeom prst="rect">
            <a:avLst/>
          </a:prstGeom>
          <a:solidFill>
            <a:srgbClr val="D6D6D6"/>
          </a:solidFill>
        </p:spPr>
        <p:txBody>
          <a:bodyPr vert="horz" wrap="square" lIns="0" tIns="121680" rIns="0" bIns="0" rtlCol="0">
            <a:spAutoFit/>
          </a:bodyPr>
          <a:lstStyle/>
          <a:p>
            <a:pPr algn="ctr" defTabSz="554355">
              <a:spcBef>
                <a:spcPts val="960"/>
              </a:spcBef>
            </a:pPr>
            <a:r>
              <a:rPr lang="en-US" kern="0" dirty="0">
                <a:solidFill>
                  <a:srgbClr val="444444"/>
                </a:solidFill>
                <a:cs typeface="Arial" panose="020B0604020202020204"/>
              </a:rPr>
              <a:t>The Builder pattern allows a client to construct a complex object by specifying the type and content only, Construction details are hidden from the client entirely.</a:t>
            </a:r>
            <a:endParaRPr kern="0" dirty="0">
              <a:solidFill>
                <a:sysClr val="windowText" lastClr="000000"/>
              </a:solidFill>
              <a:cs typeface="Arial" panose="020B0604020202020204"/>
            </a:endParaRPr>
          </a:p>
        </p:txBody>
      </p:sp>
      <p:sp>
        <p:nvSpPr>
          <p:cNvPr id="15"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Prototype</a:t>
            </a:r>
            <a:endParaRPr lang="en-US" sz="2000" b="1" kern="0" dirty="0">
              <a:solidFill>
                <a:sysClr val="windowText" lastClr="000000"/>
              </a:solidFill>
              <a:cs typeface="Arial" panose="020B0604020202020204"/>
            </a:endParaRPr>
          </a:p>
        </p:txBody>
      </p:sp>
      <p:pic>
        <p:nvPicPr>
          <p:cNvPr id="3074" name="Picture 2" descr="Diagram JavaScript Builder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3092" y="2416409"/>
            <a:ext cx="5477637" cy="28626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Singleton</a:t>
            </a:r>
            <a:endParaRPr sz="2000" b="1" kern="0" dirty="0">
              <a:solidFill>
                <a:sysClr val="windowText" lastClr="000000"/>
              </a:solidFill>
              <a:cs typeface="Arial" panose="020B0604020202020204"/>
            </a:endParaRPr>
          </a:p>
        </p:txBody>
      </p:sp>
      <p:sp>
        <p:nvSpPr>
          <p:cNvPr id="10" name="object 6"/>
          <p:cNvSpPr txBox="1"/>
          <p:nvPr/>
        </p:nvSpPr>
        <p:spPr>
          <a:xfrm>
            <a:off x="366239" y="3216125"/>
            <a:ext cx="3175628" cy="430645"/>
          </a:xfrm>
          <a:prstGeom prst="rect">
            <a:avLst/>
          </a:prstGeom>
          <a:solidFill>
            <a:schemeClr val="bg1">
              <a:lumMod val="85000"/>
            </a:schemeClr>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Abstract Factory</a:t>
            </a:r>
            <a:endParaRPr lang="en-US" sz="2000" b="1" kern="0" dirty="0">
              <a:solidFill>
                <a:srgbClr val="444444"/>
              </a:solidFill>
              <a:cs typeface="Arial" panose="020B0604020202020204"/>
            </a:endParaRPr>
          </a:p>
        </p:txBody>
      </p:sp>
      <p:sp>
        <p:nvSpPr>
          <p:cNvPr id="11" name="object 7"/>
          <p:cNvSpPr txBox="1"/>
          <p:nvPr/>
        </p:nvSpPr>
        <p:spPr>
          <a:xfrm>
            <a:off x="351271" y="2731051"/>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Factory Method</a:t>
            </a:r>
            <a:endParaRPr lang="en-US" sz="2000" b="1" kern="0" spc="49" dirty="0">
              <a:solidFill>
                <a:srgbClr val="444444"/>
              </a:solidFill>
              <a:cs typeface="Arial" panose="020B0604020202020204"/>
            </a:endParaRPr>
          </a:p>
        </p:txBody>
      </p:sp>
      <p:sp>
        <p:nvSpPr>
          <p:cNvPr id="12"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Builder</a:t>
            </a:r>
            <a:endParaRPr lang="en-US" sz="2000" b="1" kern="0" dirty="0">
              <a:solidFill>
                <a:sysClr val="windowText" lastClr="000000"/>
              </a:solidFill>
              <a:cs typeface="Arial" panose="020B0604020202020204"/>
            </a:endParaRPr>
          </a:p>
        </p:txBody>
      </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Creational Design Patterns</a:t>
            </a:r>
            <a:br>
              <a:rPr lang="en-US" sz="3275" kern="0" dirty="0"/>
            </a:br>
            <a:endParaRPr lang="en-US" kern="0" dirty="0"/>
          </a:p>
        </p:txBody>
      </p:sp>
      <p:sp>
        <p:nvSpPr>
          <p:cNvPr id="14" name="object 11"/>
          <p:cNvSpPr txBox="1"/>
          <p:nvPr/>
        </p:nvSpPr>
        <p:spPr>
          <a:xfrm>
            <a:off x="4143611" y="1143993"/>
            <a:ext cx="7543565" cy="1784862"/>
          </a:xfrm>
          <a:prstGeom prst="rect">
            <a:avLst/>
          </a:prstGeom>
          <a:solidFill>
            <a:srgbClr val="D6D6D6"/>
          </a:solidFill>
        </p:spPr>
        <p:txBody>
          <a:bodyPr vert="horz" wrap="square" lIns="0" tIns="121680" rIns="0" bIns="0" rtlCol="0">
            <a:spAutoFit/>
          </a:bodyPr>
          <a:lstStyle/>
          <a:p>
            <a:pPr algn="ctr" defTabSz="554355">
              <a:spcBef>
                <a:spcPts val="960"/>
              </a:spcBef>
            </a:pPr>
            <a:r>
              <a:rPr lang="en-US" kern="0" dirty="0">
                <a:solidFill>
                  <a:srgbClr val="444444"/>
                </a:solidFill>
                <a:cs typeface="Arial" panose="020B0604020202020204"/>
              </a:rPr>
              <a:t>A Factory Method creates new objects as instructed by the client. One way to create objects in JavaScript is by invoking a constructor function with the new operator. There are situations however, where the client does not, or should not, know which one of several candidate objects to instantiate. The Factory Method allows the client to delegate object creation while still retaining control over which type to instantiate.</a:t>
            </a:r>
            <a:endParaRPr kern="0" dirty="0">
              <a:solidFill>
                <a:sysClr val="windowText" lastClr="000000"/>
              </a:solidFill>
              <a:cs typeface="Arial" panose="020B0604020202020204"/>
            </a:endParaRPr>
          </a:p>
        </p:txBody>
      </p:sp>
      <p:sp>
        <p:nvSpPr>
          <p:cNvPr id="15"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Prototype</a:t>
            </a:r>
            <a:endParaRPr lang="en-US" sz="2000" b="1" kern="0" dirty="0">
              <a:solidFill>
                <a:sysClr val="windowText" lastClr="000000"/>
              </a:solidFill>
              <a:cs typeface="Arial" panose="020B0604020202020204"/>
            </a:endParaRPr>
          </a:p>
        </p:txBody>
      </p:sp>
      <p:pic>
        <p:nvPicPr>
          <p:cNvPr id="1026" name="Picture 2" descr="Diagram JavaScript Factory Method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2213" y="3429000"/>
            <a:ext cx="5414963" cy="2625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Singleton</a:t>
            </a:r>
            <a:endParaRPr sz="2000" b="1" kern="0" dirty="0">
              <a:solidFill>
                <a:sysClr val="windowText" lastClr="000000"/>
              </a:solidFill>
              <a:cs typeface="Arial" panose="020B0604020202020204"/>
            </a:endParaRPr>
          </a:p>
        </p:txBody>
      </p:sp>
      <p:sp>
        <p:nvSpPr>
          <p:cNvPr id="10" name="object 6"/>
          <p:cNvSpPr txBox="1"/>
          <p:nvPr/>
        </p:nvSpPr>
        <p:spPr>
          <a:xfrm>
            <a:off x="366239" y="3216125"/>
            <a:ext cx="3175628" cy="430645"/>
          </a:xfrm>
          <a:prstGeom prst="rect">
            <a:avLst/>
          </a:prstGeom>
          <a:solidFill>
            <a:srgbClr val="FFFF00"/>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Abstract Factory</a:t>
            </a:r>
            <a:endParaRPr lang="en-US" sz="2000" b="1" kern="0" dirty="0">
              <a:solidFill>
                <a:srgbClr val="444444"/>
              </a:solidFill>
              <a:cs typeface="Arial" panose="020B0604020202020204"/>
            </a:endParaRPr>
          </a:p>
        </p:txBody>
      </p:sp>
      <p:sp>
        <p:nvSpPr>
          <p:cNvPr id="11" name="object 7"/>
          <p:cNvSpPr txBox="1"/>
          <p:nvPr/>
        </p:nvSpPr>
        <p:spPr>
          <a:xfrm>
            <a:off x="351271" y="2731051"/>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Factory Method</a:t>
            </a:r>
            <a:endParaRPr lang="en-US" sz="2000" b="1" kern="0" spc="49" dirty="0">
              <a:solidFill>
                <a:srgbClr val="444444"/>
              </a:solidFill>
              <a:cs typeface="Arial" panose="020B0604020202020204"/>
            </a:endParaRPr>
          </a:p>
        </p:txBody>
      </p:sp>
      <p:sp>
        <p:nvSpPr>
          <p:cNvPr id="12"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Builder</a:t>
            </a:r>
            <a:endParaRPr lang="en-US" sz="2000" b="1" kern="0" dirty="0">
              <a:solidFill>
                <a:sysClr val="windowText" lastClr="000000"/>
              </a:solidFill>
              <a:cs typeface="Arial" panose="020B0604020202020204"/>
            </a:endParaRPr>
          </a:p>
        </p:txBody>
      </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Creational Design Patterns</a:t>
            </a:r>
            <a:br>
              <a:rPr lang="en-US" sz="3275" kern="0" dirty="0"/>
            </a:br>
            <a:endParaRPr lang="en-US" kern="0" dirty="0"/>
          </a:p>
        </p:txBody>
      </p:sp>
      <p:sp>
        <p:nvSpPr>
          <p:cNvPr id="14" name="object 11"/>
          <p:cNvSpPr txBox="1"/>
          <p:nvPr/>
        </p:nvSpPr>
        <p:spPr>
          <a:xfrm>
            <a:off x="4143611" y="1143993"/>
            <a:ext cx="7676723" cy="1230864"/>
          </a:xfrm>
          <a:prstGeom prst="rect">
            <a:avLst/>
          </a:prstGeom>
          <a:solidFill>
            <a:srgbClr val="D6D6D6"/>
          </a:solidFill>
        </p:spPr>
        <p:txBody>
          <a:bodyPr vert="horz" wrap="square" lIns="0" tIns="121680" rIns="0" bIns="0" rtlCol="0">
            <a:spAutoFit/>
          </a:bodyPr>
          <a:lstStyle/>
          <a:p>
            <a:pPr algn="ctr" defTabSz="554355">
              <a:spcBef>
                <a:spcPts val="960"/>
              </a:spcBef>
            </a:pPr>
            <a:r>
              <a:rPr lang="en-US" dirty="0"/>
              <a:t>An </a:t>
            </a:r>
            <a:r>
              <a:rPr lang="en-US" i="1" dirty="0"/>
              <a:t>Abstract Factory</a:t>
            </a:r>
            <a:r>
              <a:rPr lang="en-US" dirty="0"/>
              <a:t> creates objects that are related by a common theme. In object-oriented programming a Factory is an object that creates other objects. An Abstract Factory has abstracted out a theme which is shared by the newly created objects.</a:t>
            </a:r>
            <a:endParaRPr kern="0" dirty="0">
              <a:solidFill>
                <a:sysClr val="windowText" lastClr="000000"/>
              </a:solidFill>
              <a:cs typeface="Arial" panose="020B0604020202020204"/>
            </a:endParaRPr>
          </a:p>
        </p:txBody>
      </p:sp>
      <p:sp>
        <p:nvSpPr>
          <p:cNvPr id="15"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Prototype</a:t>
            </a:r>
            <a:endParaRPr lang="en-US" sz="2000" b="1" kern="0" dirty="0">
              <a:solidFill>
                <a:sysClr val="windowText" lastClr="000000"/>
              </a:solidFill>
              <a:cs typeface="Arial" panose="020B0604020202020204"/>
            </a:endParaRPr>
          </a:p>
        </p:txBody>
      </p:sp>
      <p:pic>
        <p:nvPicPr>
          <p:cNvPr id="2050" name="Picture 2" descr="Diagram for JavaScript Abstract Factory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6099" y="2731051"/>
            <a:ext cx="4919662" cy="34817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chemeClr val="bg1">
              <a:lumMod val="85000"/>
            </a:schemeClr>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676866"/>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Proxy pattern provides a surrogate or placeholder object for another object and controls access to this other object.</a:t>
            </a:r>
            <a:endParaRPr kern="0" dirty="0">
              <a:solidFill>
                <a:sysClr val="windowText" lastClr="000000"/>
              </a:solidFill>
              <a:cs typeface="Arial" panose="020B0604020202020204"/>
            </a:endParaRPr>
          </a:p>
        </p:txBody>
      </p:sp>
      <p:pic>
        <p:nvPicPr>
          <p:cNvPr id="7170" name="Picture 2" descr="Diagram JavaScript Proxy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155207"/>
            <a:ext cx="5744729" cy="1273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Decorators provide flexibility to statically typed languages by allowing runtime changes as opposed to inheritance which takes place at compile time. JavaScript, however, is a dynamic language and the ability to extend an object at runtime is baked into the language itself.</a:t>
            </a:r>
            <a:endParaRPr kern="0" dirty="0">
              <a:solidFill>
                <a:sysClr val="windowText" lastClr="000000"/>
              </a:solidFill>
              <a:cs typeface="Arial" panose="020B0604020202020204"/>
            </a:endParaRPr>
          </a:p>
        </p:txBody>
      </p:sp>
      <p:pic>
        <p:nvPicPr>
          <p:cNvPr id="1026" name="Picture 2" descr="Diagram JavaScript Decorator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2088" y="3151567"/>
            <a:ext cx="4048125" cy="1228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3" cy="6854013"/>
            <a:chOff x="0" y="0"/>
            <a:chExt cx="20104099" cy="11302776"/>
          </a:xfrm>
        </p:grpSpPr>
        <p:sp>
          <p:nvSpPr>
            <p:cNvPr id="3" name="object 3"/>
            <p:cNvSpPr/>
            <p:nvPr/>
          </p:nvSpPr>
          <p:spPr>
            <a:xfrm>
              <a:off x="0" y="1361215"/>
              <a:ext cx="20104098" cy="9941561"/>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Tasks</a:t>
            </a:r>
            <a:br>
              <a:rPr lang="en-US" sz="3275" kern="0" dirty="0"/>
            </a:br>
            <a:endParaRPr lang="en-US" kern="0" dirty="0"/>
          </a:p>
        </p:txBody>
      </p:sp>
      <p:sp>
        <p:nvSpPr>
          <p:cNvPr id="7" name="object 11"/>
          <p:cNvSpPr txBox="1"/>
          <p:nvPr/>
        </p:nvSpPr>
        <p:spPr>
          <a:xfrm>
            <a:off x="272874" y="1055013"/>
            <a:ext cx="5823126" cy="1046198"/>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1-Create different student types using a Factory. This way, the main code doesn't need to know the details about how to create each type of your students.</a:t>
            </a:r>
            <a:endParaRPr sz="2000" kern="0" dirty="0">
              <a:solidFill>
                <a:schemeClr val="tx2">
                  <a:lumMod val="50000"/>
                </a:schemeClr>
              </a:solidFill>
              <a:cs typeface="Arial" panose="020B0604020202020204"/>
            </a:endParaRPr>
          </a:p>
        </p:txBody>
      </p:sp>
      <p:sp>
        <p:nvSpPr>
          <p:cNvPr id="8" name="object 11"/>
          <p:cNvSpPr txBox="1"/>
          <p:nvPr/>
        </p:nvSpPr>
        <p:spPr>
          <a:xfrm>
            <a:off x="6023727" y="2687892"/>
            <a:ext cx="5920033" cy="1174438"/>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2- Using Singleton Design Pattern ,</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let's create a counter that will track the number of active instances.</a:t>
            </a:r>
            <a:endParaRPr sz="2000" kern="0" dirty="0">
              <a:solidFill>
                <a:schemeClr val="tx2">
                  <a:lumMod val="50000"/>
                </a:schemeClr>
              </a:solidFill>
              <a:cs typeface="Arial" panose="020B0604020202020204"/>
            </a:endParaRPr>
          </a:p>
        </p:txBody>
      </p:sp>
      <p:sp>
        <p:nvSpPr>
          <p:cNvPr id="16" name="object 11"/>
          <p:cNvSpPr txBox="1"/>
          <p:nvPr/>
        </p:nvSpPr>
        <p:spPr>
          <a:xfrm>
            <a:off x="272874" y="4012994"/>
            <a:ext cx="5823126" cy="1482215"/>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3- Create new Document from existing Document by cloning them ,</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each document should have header , footer , pages and text.</a:t>
            </a:r>
            <a:endParaRPr sz="2000" kern="0" dirty="0">
              <a:solidFill>
                <a:schemeClr val="tx2">
                  <a:lumMod val="50000"/>
                </a:schemeClr>
              </a:solidFill>
              <a:cs typeface="Arial" panose="020B0604020202020204"/>
            </a:endParaRPr>
          </a:p>
        </p:txBody>
      </p:sp>
      <p:sp>
        <p:nvSpPr>
          <p:cNvPr id="17" name="object 11"/>
          <p:cNvSpPr txBox="1"/>
          <p:nvPr/>
        </p:nvSpPr>
        <p:spPr>
          <a:xfrm>
            <a:off x="6023727" y="5645873"/>
            <a:ext cx="5920034" cy="738421"/>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4- Create a </a:t>
            </a:r>
            <a:r>
              <a:rPr lang="en-US" sz="2000" kern="0" dirty="0" err="1">
                <a:solidFill>
                  <a:schemeClr val="tx2">
                    <a:lumMod val="50000"/>
                  </a:schemeClr>
                </a:solidFill>
                <a:cs typeface="Arial" panose="020B0604020202020204"/>
              </a:rPr>
              <a:t>PizzaBuilder</a:t>
            </a:r>
            <a:r>
              <a:rPr lang="en-US" sz="2000" kern="0" dirty="0">
                <a:solidFill>
                  <a:schemeClr val="tx2">
                    <a:lumMod val="50000"/>
                  </a:schemeClr>
                </a:solidFill>
                <a:cs typeface="Arial" panose="020B0604020202020204"/>
              </a:rPr>
              <a:t> , The definition of pizza is hidden from the customers . </a:t>
            </a:r>
            <a:endParaRPr lang="en-US" sz="2000" kern="0" dirty="0">
              <a:solidFill>
                <a:schemeClr val="tx2">
                  <a:lumMod val="50000"/>
                </a:schemeClr>
              </a:solidFill>
              <a:cs typeface="Arial" panose="020B0604020202020204"/>
            </a:endParaRPr>
          </a:p>
        </p:txBody>
      </p:sp>
      <p:pic>
        <p:nvPicPr>
          <p:cNvPr id="1034" name="Picture 10" descr="Alarm clock Template | PosterMy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1712" y="2687892"/>
            <a:ext cx="1714205" cy="11744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hare 134+ document logo - tnbvietnam.edu.v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7602" y="4047439"/>
            <a:ext cx="1347468" cy="134746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Black Pizza Icon - Free Icons: Easy to Download and U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1712" y="5683746"/>
            <a:ext cx="1825792" cy="107881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tudents Black White Stock Illustrations – 3,955 Students Black White Stock  Illustrations, Vectors &amp; Clipart - Dreamsti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8672" y="951606"/>
            <a:ext cx="1890075" cy="14175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6059</Words>
  <Application>WPS Presentation</Application>
  <PresentationFormat>Widescreen</PresentationFormat>
  <Paragraphs>276</Paragraphs>
  <Slides>25</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SimSun</vt:lpstr>
      <vt:lpstr>Wingdings</vt:lpstr>
      <vt:lpstr>Calibri</vt:lpstr>
      <vt:lpstr>Arial</vt:lpstr>
      <vt:lpstr>Ink Free</vt:lpstr>
      <vt:lpstr>Berlin Sans FB</vt:lpstr>
      <vt:lpstr>Segoe Print</vt:lpstr>
      <vt:lpstr>Segoe UI Symbol</vt:lpstr>
      <vt:lpstr>Calibri</vt:lpstr>
      <vt:lpstr>Microsoft YaHei</vt:lpstr>
      <vt:lpstr>Arial Unicode MS</vt:lpstr>
      <vt:lpstr>Times New Roman</vt:lpstr>
      <vt:lpstr>1_Office Theme</vt:lpstr>
      <vt:lpstr>PowerPoint 演示文稿</vt:lpstr>
      <vt:lpstr>PowerPoint 演示文稿</vt:lpstr>
      <vt:lpstr>WHAT IS Object Oriented Programming?</vt:lpstr>
      <vt:lpstr>Inheritance (is-a)</vt:lpstr>
      <vt:lpstr>PowerPoint 演示文稿</vt:lpstr>
      <vt:lpstr>PowerPoint 演示文稿</vt:lpstr>
      <vt:lpstr>PowerPoint 演示文稿</vt:lpstr>
      <vt:lpstr>PowerPoint 演示文稿</vt:lpstr>
      <vt:lpstr>SOLID Principles</vt:lpstr>
      <vt:lpstr>PowerPoint 演示文稿</vt:lpstr>
      <vt:lpstr>PowerPoint 演示文稿</vt:lpstr>
      <vt:lpstr>PowerPoint 演示文稿</vt:lpstr>
      <vt:lpstr>PowerPoint 演示文稿</vt:lpstr>
      <vt:lpstr>PowerPoint 演示文稿</vt:lpstr>
      <vt:lpstr>Design Patterns</vt:lpstr>
      <vt:lpstr>Design Pattern Categories</vt:lpstr>
      <vt:lpstr>Design Pattern Categories</vt:lpstr>
      <vt:lpstr>PowerPoint 演示文稿</vt:lpstr>
      <vt:lpstr>PowerPoint 演示文稿</vt:lpstr>
      <vt:lpstr>PowerPoint 演示文稿</vt:lpstr>
      <vt:lpstr>PowerPoint 演示文稿</vt:lpstr>
      <vt:lpstr>PowerPoint 演示文稿</vt:lpstr>
      <vt:lpstr>Structural Design Patterns</vt:lpstr>
      <vt:lpstr>Structural Design Patterns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JavaScript Course</dc:title>
  <dc:creator>Ryhab Farouq</dc:creator>
  <cp:lastModifiedBy>iti057</cp:lastModifiedBy>
  <cp:revision>95</cp:revision>
  <dcterms:created xsi:type="dcterms:W3CDTF">2023-03-16T13:05:00Z</dcterms:created>
  <dcterms:modified xsi:type="dcterms:W3CDTF">2025-10-21T11:46:24Z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31F8D29DCE72466B8E3C45F1A23FDC35_13</vt:lpwstr>
  </property>
  <property fmtid="{D5CDD505-2E9C-101B-9397-08002B2CF9AE}" pid="3" name="KSOProductBuildVer">
    <vt:lpwstr>2057-12.2.0.22556</vt:lpwstr>
  </property>
</Properties>
</file>